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10" r:id="rId15"/>
    <p:sldId id="303" r:id="rId16"/>
    <p:sldId id="304" r:id="rId17"/>
    <p:sldId id="305" r:id="rId18"/>
    <p:sldId id="306" r:id="rId19"/>
    <p:sldId id="307" r:id="rId20"/>
    <p:sldId id="308" r:id="rId21"/>
    <p:sldId id="309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6B3905-E484-4BB1-93BC-75892AA58B1A}" v="8" dt="2026-09-08T18:23:17.90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eshad78@gmail.com" userId="107a606bde68a2f0" providerId="LiveId" clId="{FEAA28E0-1610-48CB-81E6-0284DD6F968B}"/>
    <pc:docChg chg="custSel addSld modSld">
      <pc:chgData name="shreeshad78@gmail.com" userId="107a606bde68a2f0" providerId="LiveId" clId="{FEAA28E0-1610-48CB-81E6-0284DD6F968B}" dt="2026-09-08T18:25:22.675" v="135" actId="255"/>
      <pc:docMkLst>
        <pc:docMk/>
      </pc:docMkLst>
      <pc:sldChg chg="addSp delSp modSp mod">
        <pc:chgData name="shreeshad78@gmail.com" userId="107a606bde68a2f0" providerId="LiveId" clId="{FEAA28E0-1610-48CB-81E6-0284DD6F968B}" dt="2026-09-08T17:19:22.055" v="10" actId="22"/>
        <pc:sldMkLst>
          <pc:docMk/>
          <pc:sldMk cId="952317876" sldId="291"/>
        </pc:sldMkLst>
        <pc:spChg chg="del">
          <ac:chgData name="shreeshad78@gmail.com" userId="107a606bde68a2f0" providerId="LiveId" clId="{FEAA28E0-1610-48CB-81E6-0284DD6F968B}" dt="2026-09-08T17:18:46.293" v="6" actId="478"/>
          <ac:spMkLst>
            <pc:docMk/>
            <pc:sldMk cId="952317876" sldId="291"/>
            <ac:spMk id="3" creationId="{B0B023FA-CFEB-ACE9-8425-7E72E307CDC5}"/>
          </ac:spMkLst>
        </pc:spChg>
        <pc:spChg chg="mod">
          <ac:chgData name="shreeshad78@gmail.com" userId="107a606bde68a2f0" providerId="LiveId" clId="{FEAA28E0-1610-48CB-81E6-0284DD6F968B}" dt="2026-09-08T17:18:38.434" v="4"/>
          <ac:spMkLst>
            <pc:docMk/>
            <pc:sldMk cId="952317876" sldId="291"/>
            <ac:spMk id="4" creationId="{A828B9EF-C084-F5D4-CA27-75AF7D995640}"/>
          </ac:spMkLst>
        </pc:spChg>
        <pc:spChg chg="add">
          <ac:chgData name="shreeshad78@gmail.com" userId="107a606bde68a2f0" providerId="LiveId" clId="{FEAA28E0-1610-48CB-81E6-0284DD6F968B}" dt="2026-09-08T17:17:53.347" v="0" actId="22"/>
          <ac:spMkLst>
            <pc:docMk/>
            <pc:sldMk cId="952317876" sldId="291"/>
            <ac:spMk id="5" creationId="{143E1BFD-0DD8-49B0-C317-1577545FC3E6}"/>
          </ac:spMkLst>
        </pc:spChg>
        <pc:spChg chg="mod">
          <ac:chgData name="shreeshad78@gmail.com" userId="107a606bde68a2f0" providerId="LiveId" clId="{FEAA28E0-1610-48CB-81E6-0284DD6F968B}" dt="2026-09-08T17:18:17.880" v="2" actId="13926"/>
          <ac:spMkLst>
            <pc:docMk/>
            <pc:sldMk cId="952317876" sldId="291"/>
            <ac:spMk id="7" creationId="{3D723CA3-EC2D-165A-F109-3759C4E9C8A4}"/>
          </ac:spMkLst>
        </pc:spChg>
        <pc:spChg chg="add">
          <ac:chgData name="shreeshad78@gmail.com" userId="107a606bde68a2f0" providerId="LiveId" clId="{FEAA28E0-1610-48CB-81E6-0284DD6F968B}" dt="2026-09-08T17:19:12.354" v="9" actId="22"/>
          <ac:spMkLst>
            <pc:docMk/>
            <pc:sldMk cId="952317876" sldId="291"/>
            <ac:spMk id="10" creationId="{F98D023E-550F-8DDA-D14B-A30849214372}"/>
          </ac:spMkLst>
        </pc:spChg>
        <pc:spChg chg="add">
          <ac:chgData name="shreeshad78@gmail.com" userId="107a606bde68a2f0" providerId="LiveId" clId="{FEAA28E0-1610-48CB-81E6-0284DD6F968B}" dt="2026-09-08T17:19:22.055" v="10" actId="22"/>
          <ac:spMkLst>
            <pc:docMk/>
            <pc:sldMk cId="952317876" sldId="291"/>
            <ac:spMk id="12" creationId="{3FBF4A3B-B09C-C29C-963A-46806E759D0D}"/>
          </ac:spMkLst>
        </pc:spChg>
        <pc:picChg chg="add mod">
          <ac:chgData name="shreeshad78@gmail.com" userId="107a606bde68a2f0" providerId="LiveId" clId="{FEAA28E0-1610-48CB-81E6-0284DD6F968B}" dt="2026-09-08T17:18:59.067" v="8" actId="14100"/>
          <ac:picMkLst>
            <pc:docMk/>
            <pc:sldMk cId="952317876" sldId="291"/>
            <ac:picMk id="8" creationId="{45995DFE-C134-4068-4ECD-76E6D17DFD1C}"/>
          </ac:picMkLst>
        </pc:picChg>
        <pc:picChg chg="del">
          <ac:chgData name="shreeshad78@gmail.com" userId="107a606bde68a2f0" providerId="LiveId" clId="{FEAA28E0-1610-48CB-81E6-0284DD6F968B}" dt="2026-09-08T17:18:43.419" v="5" actId="478"/>
          <ac:picMkLst>
            <pc:docMk/>
            <pc:sldMk cId="952317876" sldId="291"/>
            <ac:picMk id="98" creationId="{00000000-0000-0000-0000-000000000000}"/>
          </ac:picMkLst>
        </pc:picChg>
      </pc:sldChg>
      <pc:sldChg chg="delSp modSp mod">
        <pc:chgData name="shreeshad78@gmail.com" userId="107a606bde68a2f0" providerId="LiveId" clId="{FEAA28E0-1610-48CB-81E6-0284DD6F968B}" dt="2026-09-08T17:19:56.141" v="13" actId="255"/>
        <pc:sldMkLst>
          <pc:docMk/>
          <pc:sldMk cId="261653373" sldId="292"/>
        </pc:sldMkLst>
        <pc:spChg chg="mod">
          <ac:chgData name="shreeshad78@gmail.com" userId="107a606bde68a2f0" providerId="LiveId" clId="{FEAA28E0-1610-48CB-81E6-0284DD6F968B}" dt="2026-09-08T17:19:56.141" v="13" actId="255"/>
          <ac:spMkLst>
            <pc:docMk/>
            <pc:sldMk cId="261653373" sldId="292"/>
            <ac:spMk id="2" creationId="{C6F6745E-14BA-0766-CE1E-32E29663832D}"/>
          </ac:spMkLst>
        </pc:spChg>
        <pc:spChg chg="del">
          <ac:chgData name="shreeshad78@gmail.com" userId="107a606bde68a2f0" providerId="LiveId" clId="{FEAA28E0-1610-48CB-81E6-0284DD6F968B}" dt="2026-09-08T17:19:38.707" v="11" actId="478"/>
          <ac:spMkLst>
            <pc:docMk/>
            <pc:sldMk cId="261653373" sldId="292"/>
            <ac:spMk id="3" creationId="{3847FA31-EA47-D27A-9D69-AF50A3080AEC}"/>
          </ac:spMkLst>
        </pc:spChg>
      </pc:sldChg>
      <pc:sldChg chg="delSp modSp mod">
        <pc:chgData name="shreeshad78@gmail.com" userId="107a606bde68a2f0" providerId="LiveId" clId="{FEAA28E0-1610-48CB-81E6-0284DD6F968B}" dt="2026-09-08T17:20:25.290" v="17" actId="255"/>
        <pc:sldMkLst>
          <pc:docMk/>
          <pc:sldMk cId="619459906" sldId="293"/>
        </pc:sldMkLst>
        <pc:spChg chg="mod">
          <ac:chgData name="shreeshad78@gmail.com" userId="107a606bde68a2f0" providerId="LiveId" clId="{FEAA28E0-1610-48CB-81E6-0284DD6F968B}" dt="2026-09-08T17:20:25.290" v="17" actId="255"/>
          <ac:spMkLst>
            <pc:docMk/>
            <pc:sldMk cId="619459906" sldId="293"/>
            <ac:spMk id="2" creationId="{4A1BF701-ABCA-4DF0-8330-B6AF71EF8E39}"/>
          </ac:spMkLst>
        </pc:spChg>
        <pc:spChg chg="del">
          <ac:chgData name="shreeshad78@gmail.com" userId="107a606bde68a2f0" providerId="LiveId" clId="{FEAA28E0-1610-48CB-81E6-0284DD6F968B}" dt="2026-09-08T17:20:04.653" v="14" actId="478"/>
          <ac:spMkLst>
            <pc:docMk/>
            <pc:sldMk cId="619459906" sldId="293"/>
            <ac:spMk id="3" creationId="{527F30CC-07EF-8FCC-DA00-C9212F5DAECE}"/>
          </ac:spMkLst>
        </pc:spChg>
      </pc:sldChg>
      <pc:sldChg chg="addSp delSp modSp mod">
        <pc:chgData name="shreeshad78@gmail.com" userId="107a606bde68a2f0" providerId="LiveId" clId="{FEAA28E0-1610-48CB-81E6-0284DD6F968B}" dt="2026-09-08T17:22:03.629" v="30" actId="1076"/>
        <pc:sldMkLst>
          <pc:docMk/>
          <pc:sldMk cId="3114963633" sldId="295"/>
        </pc:sldMkLst>
        <pc:spChg chg="mod">
          <ac:chgData name="shreeshad78@gmail.com" userId="107a606bde68a2f0" providerId="LiveId" clId="{FEAA28E0-1610-48CB-81E6-0284DD6F968B}" dt="2026-09-08T17:22:03.629" v="30" actId="1076"/>
          <ac:spMkLst>
            <pc:docMk/>
            <pc:sldMk cId="3114963633" sldId="295"/>
            <ac:spMk id="2" creationId="{9BB86949-7ED1-C43B-B1E3-5122BB67A596}"/>
          </ac:spMkLst>
        </pc:spChg>
        <pc:spChg chg="del">
          <ac:chgData name="shreeshad78@gmail.com" userId="107a606bde68a2f0" providerId="LiveId" clId="{FEAA28E0-1610-48CB-81E6-0284DD6F968B}" dt="2026-09-08T17:20:45.959" v="19" actId="478"/>
          <ac:spMkLst>
            <pc:docMk/>
            <pc:sldMk cId="3114963633" sldId="295"/>
            <ac:spMk id="9" creationId="{6FFF7BC6-93D0-8D42-34B7-C226B1B96C2D}"/>
          </ac:spMkLst>
        </pc:spChg>
        <pc:spChg chg="del">
          <ac:chgData name="shreeshad78@gmail.com" userId="107a606bde68a2f0" providerId="LiveId" clId="{FEAA28E0-1610-48CB-81E6-0284DD6F968B}" dt="2026-09-08T17:20:47.754" v="20" actId="478"/>
          <ac:spMkLst>
            <pc:docMk/>
            <pc:sldMk cId="3114963633" sldId="295"/>
            <ac:spMk id="10" creationId="{A6C81E80-ED7B-4240-A8EE-0221D9ACD900}"/>
          </ac:spMkLst>
        </pc:spChg>
        <pc:picChg chg="add mod modCrop">
          <ac:chgData name="shreeshad78@gmail.com" userId="107a606bde68a2f0" providerId="LiveId" clId="{FEAA28E0-1610-48CB-81E6-0284DD6F968B}" dt="2026-09-08T17:21:43.646" v="29" actId="14100"/>
          <ac:picMkLst>
            <pc:docMk/>
            <pc:sldMk cId="3114963633" sldId="295"/>
            <ac:picMk id="4" creationId="{5E8DE963-2B28-F1BA-9496-14D11C229A95}"/>
          </ac:picMkLst>
        </pc:picChg>
        <pc:picChg chg="del">
          <ac:chgData name="shreeshad78@gmail.com" userId="107a606bde68a2f0" providerId="LiveId" clId="{FEAA28E0-1610-48CB-81E6-0284DD6F968B}" dt="2026-09-08T17:20:43.388" v="18" actId="478"/>
          <ac:picMkLst>
            <pc:docMk/>
            <pc:sldMk cId="3114963633" sldId="295"/>
            <ac:picMk id="5" creationId="{61F38907-89DE-28F7-316F-44E7DAB9309E}"/>
          </ac:picMkLst>
        </pc:picChg>
      </pc:sldChg>
      <pc:sldChg chg="addSp delSp mod">
        <pc:chgData name="shreeshad78@gmail.com" userId="107a606bde68a2f0" providerId="LiveId" clId="{FEAA28E0-1610-48CB-81E6-0284DD6F968B}" dt="2026-09-08T17:22:39.885" v="32" actId="22"/>
        <pc:sldMkLst>
          <pc:docMk/>
          <pc:sldMk cId="1316545553" sldId="296"/>
        </pc:sldMkLst>
        <pc:picChg chg="add">
          <ac:chgData name="shreeshad78@gmail.com" userId="107a606bde68a2f0" providerId="LiveId" clId="{FEAA28E0-1610-48CB-81E6-0284DD6F968B}" dt="2026-09-08T17:22:39.885" v="32" actId="22"/>
          <ac:picMkLst>
            <pc:docMk/>
            <pc:sldMk cId="1316545553" sldId="296"/>
            <ac:picMk id="4" creationId="{53C6CB8F-C08A-662B-2B70-D49433888DBA}"/>
          </ac:picMkLst>
        </pc:picChg>
        <pc:picChg chg="del">
          <ac:chgData name="shreeshad78@gmail.com" userId="107a606bde68a2f0" providerId="LiveId" clId="{FEAA28E0-1610-48CB-81E6-0284DD6F968B}" dt="2026-09-08T17:22:27.800" v="31" actId="478"/>
          <ac:picMkLst>
            <pc:docMk/>
            <pc:sldMk cId="1316545553" sldId="296"/>
            <ac:picMk id="5" creationId="{5DC7512A-0AA7-CC22-D1D2-C738BF12660E}"/>
          </ac:picMkLst>
        </pc:picChg>
      </pc:sldChg>
      <pc:sldChg chg="addSp delSp mod">
        <pc:chgData name="shreeshad78@gmail.com" userId="107a606bde68a2f0" providerId="LiveId" clId="{FEAA28E0-1610-48CB-81E6-0284DD6F968B}" dt="2026-09-08T17:23:06.100" v="34" actId="22"/>
        <pc:sldMkLst>
          <pc:docMk/>
          <pc:sldMk cId="232371894" sldId="297"/>
        </pc:sldMkLst>
        <pc:picChg chg="add">
          <ac:chgData name="shreeshad78@gmail.com" userId="107a606bde68a2f0" providerId="LiveId" clId="{FEAA28E0-1610-48CB-81E6-0284DD6F968B}" dt="2026-09-08T17:23:06.100" v="34" actId="22"/>
          <ac:picMkLst>
            <pc:docMk/>
            <pc:sldMk cId="232371894" sldId="297"/>
            <ac:picMk id="3" creationId="{5B2433ED-59E4-5CC4-BD7C-D88AD17307B4}"/>
          </ac:picMkLst>
        </pc:picChg>
        <pc:picChg chg="del">
          <ac:chgData name="shreeshad78@gmail.com" userId="107a606bde68a2f0" providerId="LiveId" clId="{FEAA28E0-1610-48CB-81E6-0284DD6F968B}" dt="2026-09-08T17:22:56.490" v="33" actId="478"/>
          <ac:picMkLst>
            <pc:docMk/>
            <pc:sldMk cId="232371894" sldId="297"/>
            <ac:picMk id="5" creationId="{433A290A-6680-D490-E6D4-9336496B1C34}"/>
          </ac:picMkLst>
        </pc:picChg>
      </pc:sldChg>
      <pc:sldChg chg="addSp delSp modSp mod">
        <pc:chgData name="shreeshad78@gmail.com" userId="107a606bde68a2f0" providerId="LiveId" clId="{FEAA28E0-1610-48CB-81E6-0284DD6F968B}" dt="2026-09-08T17:40:43.405" v="126" actId="1076"/>
        <pc:sldMkLst>
          <pc:docMk/>
          <pc:sldMk cId="445195169" sldId="298"/>
        </pc:sldMkLst>
        <pc:spChg chg="mod">
          <ac:chgData name="shreeshad78@gmail.com" userId="107a606bde68a2f0" providerId="LiveId" clId="{FEAA28E0-1610-48CB-81E6-0284DD6F968B}" dt="2026-09-08T17:40:43.405" v="126" actId="1076"/>
          <ac:spMkLst>
            <pc:docMk/>
            <pc:sldMk cId="445195169" sldId="298"/>
            <ac:spMk id="2" creationId="{78578745-3233-E2C4-2AF4-55BA57C68D3F}"/>
          </ac:spMkLst>
        </pc:spChg>
        <pc:picChg chg="del">
          <ac:chgData name="shreeshad78@gmail.com" userId="107a606bde68a2f0" providerId="LiveId" clId="{FEAA28E0-1610-48CB-81E6-0284DD6F968B}" dt="2026-09-08T17:40:11.697" v="119" actId="478"/>
          <ac:picMkLst>
            <pc:docMk/>
            <pc:sldMk cId="445195169" sldId="298"/>
            <ac:picMk id="3" creationId="{81932CE2-F219-0CA8-0102-55B8C682B8A2}"/>
          </ac:picMkLst>
        </pc:picChg>
        <pc:picChg chg="add mod">
          <ac:chgData name="shreeshad78@gmail.com" userId="107a606bde68a2f0" providerId="LiveId" clId="{FEAA28E0-1610-48CB-81E6-0284DD6F968B}" dt="2026-09-08T17:40:29.829" v="124" actId="1076"/>
          <ac:picMkLst>
            <pc:docMk/>
            <pc:sldMk cId="445195169" sldId="298"/>
            <ac:picMk id="5" creationId="{83D25C45-A0CC-B1C6-4FEB-E28BC3C2970E}"/>
          </ac:picMkLst>
        </pc:picChg>
      </pc:sldChg>
      <pc:sldChg chg="delSp modSp mod">
        <pc:chgData name="shreeshad78@gmail.com" userId="107a606bde68a2f0" providerId="LiveId" clId="{FEAA28E0-1610-48CB-81E6-0284DD6F968B}" dt="2026-09-08T17:23:31.583" v="38" actId="255"/>
        <pc:sldMkLst>
          <pc:docMk/>
          <pc:sldMk cId="4000696967" sldId="299"/>
        </pc:sldMkLst>
        <pc:spChg chg="del mod">
          <ac:chgData name="shreeshad78@gmail.com" userId="107a606bde68a2f0" providerId="LiveId" clId="{FEAA28E0-1610-48CB-81E6-0284DD6F968B}" dt="2026-09-08T17:23:19.820" v="36" actId="478"/>
          <ac:spMkLst>
            <pc:docMk/>
            <pc:sldMk cId="4000696967" sldId="299"/>
            <ac:spMk id="2" creationId="{B84A7B44-8B20-5A39-ED43-DA98D0FC7976}"/>
          </ac:spMkLst>
        </pc:spChg>
        <pc:spChg chg="mod">
          <ac:chgData name="shreeshad78@gmail.com" userId="107a606bde68a2f0" providerId="LiveId" clId="{FEAA28E0-1610-48CB-81E6-0284DD6F968B}" dt="2026-09-08T17:23:31.583" v="38" actId="255"/>
          <ac:spMkLst>
            <pc:docMk/>
            <pc:sldMk cId="4000696967" sldId="299"/>
            <ac:spMk id="3" creationId="{322462E8-EB3A-DA7D-44CB-4E757803A755}"/>
          </ac:spMkLst>
        </pc:spChg>
      </pc:sldChg>
      <pc:sldChg chg="addSp delSp modSp mod">
        <pc:chgData name="shreeshad78@gmail.com" userId="107a606bde68a2f0" providerId="LiveId" clId="{FEAA28E0-1610-48CB-81E6-0284DD6F968B}" dt="2026-09-08T17:24:29.942" v="47" actId="1076"/>
        <pc:sldMkLst>
          <pc:docMk/>
          <pc:sldMk cId="893417001" sldId="300"/>
        </pc:sldMkLst>
        <pc:spChg chg="del">
          <ac:chgData name="shreeshad78@gmail.com" userId="107a606bde68a2f0" providerId="LiveId" clId="{FEAA28E0-1610-48CB-81E6-0284DD6F968B}" dt="2026-09-08T17:23:51.745" v="43" actId="478"/>
          <ac:spMkLst>
            <pc:docMk/>
            <pc:sldMk cId="893417001" sldId="300"/>
            <ac:spMk id="5" creationId="{1BD576A0-BF64-32B6-1E59-49AA2C59C5CE}"/>
          </ac:spMkLst>
        </pc:spChg>
        <pc:spChg chg="add mod">
          <ac:chgData name="shreeshad78@gmail.com" userId="107a606bde68a2f0" providerId="LiveId" clId="{FEAA28E0-1610-48CB-81E6-0284DD6F968B}" dt="2026-09-08T17:24:29.942" v="47" actId="1076"/>
          <ac:spMkLst>
            <pc:docMk/>
            <pc:sldMk cId="893417001" sldId="300"/>
            <ac:spMk id="6" creationId="{D389A6DD-F97C-32D9-B0AA-938D9AA9C564}"/>
          </ac:spMkLst>
        </pc:spChg>
        <pc:spChg chg="del">
          <ac:chgData name="shreeshad78@gmail.com" userId="107a606bde68a2f0" providerId="LiveId" clId="{FEAA28E0-1610-48CB-81E6-0284DD6F968B}" dt="2026-09-08T17:23:43.553" v="40" actId="478"/>
          <ac:spMkLst>
            <pc:docMk/>
            <pc:sldMk cId="893417001" sldId="300"/>
            <ac:spMk id="14" creationId="{7B8E599E-5B1D-59CD-4F1D-CEF8D0CA327B}"/>
          </ac:spMkLst>
        </pc:spChg>
        <pc:spChg chg="del">
          <ac:chgData name="shreeshad78@gmail.com" userId="107a606bde68a2f0" providerId="LiveId" clId="{FEAA28E0-1610-48CB-81E6-0284DD6F968B}" dt="2026-09-08T17:23:48.553" v="42" actId="478"/>
          <ac:spMkLst>
            <pc:docMk/>
            <pc:sldMk cId="893417001" sldId="300"/>
            <ac:spMk id="15" creationId="{B22EA981-5113-2D05-C1A2-169306E1D47C}"/>
          </ac:spMkLst>
        </pc:spChg>
        <pc:spChg chg="mod">
          <ac:chgData name="shreeshad78@gmail.com" userId="107a606bde68a2f0" providerId="LiveId" clId="{FEAA28E0-1610-48CB-81E6-0284DD6F968B}" dt="2026-09-08T17:24:23.863" v="46" actId="1076"/>
          <ac:spMkLst>
            <pc:docMk/>
            <pc:sldMk cId="893417001" sldId="300"/>
            <ac:spMk id="278" creationId="{D62F03A8-A8A8-CB93-006E-7173DC866F6F}"/>
          </ac:spMkLst>
        </pc:spChg>
        <pc:picChg chg="add">
          <ac:chgData name="shreeshad78@gmail.com" userId="107a606bde68a2f0" providerId="LiveId" clId="{FEAA28E0-1610-48CB-81E6-0284DD6F968B}" dt="2026-09-08T17:24:02.945" v="44" actId="22"/>
          <ac:picMkLst>
            <pc:docMk/>
            <pc:sldMk cId="893417001" sldId="300"/>
            <ac:picMk id="3" creationId="{592AF53D-F075-A6A0-E777-5CF5EE5B5509}"/>
          </ac:picMkLst>
        </pc:picChg>
        <pc:picChg chg="del">
          <ac:chgData name="shreeshad78@gmail.com" userId="107a606bde68a2f0" providerId="LiveId" clId="{FEAA28E0-1610-48CB-81E6-0284DD6F968B}" dt="2026-09-08T17:23:41.757" v="39" actId="478"/>
          <ac:picMkLst>
            <pc:docMk/>
            <pc:sldMk cId="893417001" sldId="300"/>
            <ac:picMk id="12" creationId="{3E29AF1D-88C4-87E5-74DF-4E97121E06CE}"/>
          </ac:picMkLst>
        </pc:picChg>
        <pc:picChg chg="del">
          <ac:chgData name="shreeshad78@gmail.com" userId="107a606bde68a2f0" providerId="LiveId" clId="{FEAA28E0-1610-48CB-81E6-0284DD6F968B}" dt="2026-09-08T17:23:45.186" v="41" actId="478"/>
          <ac:picMkLst>
            <pc:docMk/>
            <pc:sldMk cId="893417001" sldId="300"/>
            <ac:picMk id="13" creationId="{C81444F5-0692-DD67-1759-70821E53B029}"/>
          </ac:picMkLst>
        </pc:picChg>
      </pc:sldChg>
      <pc:sldChg chg="addSp delSp modSp mod">
        <pc:chgData name="shreeshad78@gmail.com" userId="107a606bde68a2f0" providerId="LiveId" clId="{FEAA28E0-1610-48CB-81E6-0284DD6F968B}" dt="2026-09-08T17:28:47.435" v="74" actId="1076"/>
        <pc:sldMkLst>
          <pc:docMk/>
          <pc:sldMk cId="1429961814" sldId="301"/>
        </pc:sldMkLst>
        <pc:spChg chg="del">
          <ac:chgData name="shreeshad78@gmail.com" userId="107a606bde68a2f0" providerId="LiveId" clId="{FEAA28E0-1610-48CB-81E6-0284DD6F968B}" dt="2026-09-08T17:24:43.798" v="49" actId="478"/>
          <ac:spMkLst>
            <pc:docMk/>
            <pc:sldMk cId="1429961814" sldId="301"/>
            <ac:spMk id="2" creationId="{CCA977A3-5FA0-8FF5-E1D1-86C9ED676512}"/>
          </ac:spMkLst>
        </pc:spChg>
        <pc:spChg chg="mod">
          <ac:chgData name="shreeshad78@gmail.com" userId="107a606bde68a2f0" providerId="LiveId" clId="{FEAA28E0-1610-48CB-81E6-0284DD6F968B}" dt="2026-09-08T17:28:47.435" v="74" actId="1076"/>
          <ac:spMkLst>
            <pc:docMk/>
            <pc:sldMk cId="1429961814" sldId="301"/>
            <ac:spMk id="278" creationId="{78DA0257-5105-834D-150D-50732C7248D1}"/>
          </ac:spMkLst>
        </pc:spChg>
        <pc:picChg chg="del">
          <ac:chgData name="shreeshad78@gmail.com" userId="107a606bde68a2f0" providerId="LiveId" clId="{FEAA28E0-1610-48CB-81E6-0284DD6F968B}" dt="2026-09-08T17:24:39.894" v="48" actId="478"/>
          <ac:picMkLst>
            <pc:docMk/>
            <pc:sldMk cId="1429961814" sldId="301"/>
            <ac:picMk id="4" creationId="{E430EE8C-8F89-5938-483F-00452050511A}"/>
          </ac:picMkLst>
        </pc:picChg>
        <pc:picChg chg="add">
          <ac:chgData name="shreeshad78@gmail.com" userId="107a606bde68a2f0" providerId="LiveId" clId="{FEAA28E0-1610-48CB-81E6-0284DD6F968B}" dt="2026-09-08T17:24:56.487" v="50" actId="22"/>
          <ac:picMkLst>
            <pc:docMk/>
            <pc:sldMk cId="1429961814" sldId="301"/>
            <ac:picMk id="5" creationId="{440759E8-F42A-EA40-164B-872A9DA302BD}"/>
          </ac:picMkLst>
        </pc:picChg>
      </pc:sldChg>
      <pc:sldChg chg="addSp delSp modSp mod">
        <pc:chgData name="shreeshad78@gmail.com" userId="107a606bde68a2f0" providerId="LiveId" clId="{FEAA28E0-1610-48CB-81E6-0284DD6F968B}" dt="2026-09-08T17:33:14.710" v="115" actId="1076"/>
        <pc:sldMkLst>
          <pc:docMk/>
          <pc:sldMk cId="3585092305" sldId="302"/>
        </pc:sldMkLst>
        <pc:spChg chg="del">
          <ac:chgData name="shreeshad78@gmail.com" userId="107a606bde68a2f0" providerId="LiveId" clId="{FEAA28E0-1610-48CB-81E6-0284DD6F968B}" dt="2026-09-08T17:25:03.055" v="52" actId="478"/>
          <ac:spMkLst>
            <pc:docMk/>
            <pc:sldMk cId="3585092305" sldId="302"/>
            <ac:spMk id="2" creationId="{9692D13D-6B69-03D8-BA22-587B943A2572}"/>
          </ac:spMkLst>
        </pc:spChg>
        <pc:spChg chg="mod">
          <ac:chgData name="shreeshad78@gmail.com" userId="107a606bde68a2f0" providerId="LiveId" clId="{FEAA28E0-1610-48CB-81E6-0284DD6F968B}" dt="2026-09-08T17:29:35.782" v="81" actId="1076"/>
          <ac:spMkLst>
            <pc:docMk/>
            <pc:sldMk cId="3585092305" sldId="302"/>
            <ac:spMk id="278" creationId="{A5DD5E73-E4F8-AB1C-5A5A-D4EBAD6FD1B8}"/>
          </ac:spMkLst>
        </pc:spChg>
        <pc:picChg chg="add del">
          <ac:chgData name="shreeshad78@gmail.com" userId="107a606bde68a2f0" providerId="LiveId" clId="{FEAA28E0-1610-48CB-81E6-0284DD6F968B}" dt="2026-09-08T17:32:25.621" v="102" actId="478"/>
          <ac:picMkLst>
            <pc:docMk/>
            <pc:sldMk cId="3585092305" sldId="302"/>
            <ac:picMk id="4" creationId="{B6FB84B9-D3A0-5932-D116-252417256BCE}"/>
          </ac:picMkLst>
        </pc:picChg>
        <pc:picChg chg="del">
          <ac:chgData name="shreeshad78@gmail.com" userId="107a606bde68a2f0" providerId="LiveId" clId="{FEAA28E0-1610-48CB-81E6-0284DD6F968B}" dt="2026-09-08T17:25:00.051" v="51" actId="478"/>
          <ac:picMkLst>
            <pc:docMk/>
            <pc:sldMk cId="3585092305" sldId="302"/>
            <ac:picMk id="5" creationId="{146B9DE6-C4BB-B81B-528A-B8789445C3FE}"/>
          </ac:picMkLst>
        </pc:picChg>
        <pc:picChg chg="add mod">
          <ac:chgData name="shreeshad78@gmail.com" userId="107a606bde68a2f0" providerId="LiveId" clId="{FEAA28E0-1610-48CB-81E6-0284DD6F968B}" dt="2026-09-08T17:33:14.710" v="115" actId="1076"/>
          <ac:picMkLst>
            <pc:docMk/>
            <pc:sldMk cId="3585092305" sldId="302"/>
            <ac:picMk id="7" creationId="{0F823E2F-684D-D9CA-5CE8-8A9E587FD43C}"/>
          </ac:picMkLst>
        </pc:picChg>
      </pc:sldChg>
      <pc:sldChg chg="addSp delSp modSp mod">
        <pc:chgData name="shreeshad78@gmail.com" userId="107a606bde68a2f0" providerId="LiveId" clId="{FEAA28E0-1610-48CB-81E6-0284DD6F968B}" dt="2026-09-08T17:31:01.134" v="98" actId="113"/>
        <pc:sldMkLst>
          <pc:docMk/>
          <pc:sldMk cId="2601907186" sldId="303"/>
        </pc:sldMkLst>
        <pc:spChg chg="del">
          <ac:chgData name="shreeshad78@gmail.com" userId="107a606bde68a2f0" providerId="LiveId" clId="{FEAA28E0-1610-48CB-81E6-0284DD6F968B}" dt="2026-09-08T17:25:22.588" v="55" actId="478"/>
          <ac:spMkLst>
            <pc:docMk/>
            <pc:sldMk cId="2601907186" sldId="303"/>
            <ac:spMk id="2" creationId="{EB55001C-8880-8B09-8704-29D3F62E7A03}"/>
          </ac:spMkLst>
        </pc:spChg>
        <pc:spChg chg="mod">
          <ac:chgData name="shreeshad78@gmail.com" userId="107a606bde68a2f0" providerId="LiveId" clId="{FEAA28E0-1610-48CB-81E6-0284DD6F968B}" dt="2026-09-08T17:31:01.134" v="98" actId="113"/>
          <ac:spMkLst>
            <pc:docMk/>
            <pc:sldMk cId="2601907186" sldId="303"/>
            <ac:spMk id="278" creationId="{67AD5A0A-54A3-BC96-26BB-9C49B61555EC}"/>
          </ac:spMkLst>
        </pc:spChg>
        <pc:picChg chg="del">
          <ac:chgData name="shreeshad78@gmail.com" userId="107a606bde68a2f0" providerId="LiveId" clId="{FEAA28E0-1610-48CB-81E6-0284DD6F968B}" dt="2026-09-08T17:25:19.724" v="54" actId="478"/>
          <ac:picMkLst>
            <pc:docMk/>
            <pc:sldMk cId="2601907186" sldId="303"/>
            <ac:picMk id="4" creationId="{BA6C1B5E-405A-0E58-2397-353A88D82B9B}"/>
          </ac:picMkLst>
        </pc:picChg>
        <pc:picChg chg="add">
          <ac:chgData name="shreeshad78@gmail.com" userId="107a606bde68a2f0" providerId="LiveId" clId="{FEAA28E0-1610-48CB-81E6-0284DD6F968B}" dt="2026-09-08T17:25:31.780" v="56" actId="22"/>
          <ac:picMkLst>
            <pc:docMk/>
            <pc:sldMk cId="2601907186" sldId="303"/>
            <ac:picMk id="5" creationId="{6062CCEB-ADD3-D6DC-8265-17974A7924D9}"/>
          </ac:picMkLst>
        </pc:picChg>
      </pc:sldChg>
      <pc:sldChg chg="modSp mod">
        <pc:chgData name="shreeshad78@gmail.com" userId="107a606bde68a2f0" providerId="LiveId" clId="{FEAA28E0-1610-48CB-81E6-0284DD6F968B}" dt="2026-09-08T17:33:37.532" v="117" actId="1076"/>
        <pc:sldMkLst>
          <pc:docMk/>
          <pc:sldMk cId="2325282270" sldId="304"/>
        </pc:sldMkLst>
        <pc:spChg chg="mod">
          <ac:chgData name="shreeshad78@gmail.com" userId="107a606bde68a2f0" providerId="LiveId" clId="{FEAA28E0-1610-48CB-81E6-0284DD6F968B}" dt="2026-09-08T17:33:34.465" v="116" actId="1076"/>
          <ac:spMkLst>
            <pc:docMk/>
            <pc:sldMk cId="2325282270" sldId="304"/>
            <ac:spMk id="2" creationId="{6FA184BA-BCF2-3D7B-30D0-0F3CF30C161B}"/>
          </ac:spMkLst>
        </pc:spChg>
        <pc:spChg chg="mod">
          <ac:chgData name="shreeshad78@gmail.com" userId="107a606bde68a2f0" providerId="LiveId" clId="{FEAA28E0-1610-48CB-81E6-0284DD6F968B}" dt="2026-09-08T17:33:37.532" v="117" actId="1076"/>
          <ac:spMkLst>
            <pc:docMk/>
            <pc:sldMk cId="2325282270" sldId="304"/>
            <ac:spMk id="3" creationId="{ED65F54F-855A-0DB6-09A6-3212C5F7405B}"/>
          </ac:spMkLst>
        </pc:spChg>
      </pc:sldChg>
      <pc:sldChg chg="modSp mod">
        <pc:chgData name="shreeshad78@gmail.com" userId="107a606bde68a2f0" providerId="LiveId" clId="{FEAA28E0-1610-48CB-81E6-0284DD6F968B}" dt="2026-09-08T18:25:22.675" v="135" actId="255"/>
        <pc:sldMkLst>
          <pc:docMk/>
          <pc:sldMk cId="4040412275" sldId="305"/>
        </pc:sldMkLst>
        <pc:spChg chg="mod">
          <ac:chgData name="shreeshad78@gmail.com" userId="107a606bde68a2f0" providerId="LiveId" clId="{FEAA28E0-1610-48CB-81E6-0284DD6F968B}" dt="2026-09-08T18:25:12.762" v="134" actId="255"/>
          <ac:spMkLst>
            <pc:docMk/>
            <pc:sldMk cId="4040412275" sldId="305"/>
            <ac:spMk id="278" creationId="{187EEB9C-2E84-113A-3CE6-1507BF5B039F}"/>
          </ac:spMkLst>
        </pc:spChg>
        <pc:spChg chg="mod">
          <ac:chgData name="shreeshad78@gmail.com" userId="107a606bde68a2f0" providerId="LiveId" clId="{FEAA28E0-1610-48CB-81E6-0284DD6F968B}" dt="2026-09-08T18:25:22.675" v="135" actId="255"/>
          <ac:spMkLst>
            <pc:docMk/>
            <pc:sldMk cId="4040412275" sldId="305"/>
            <ac:spMk id="279" creationId="{3711AF54-94A6-B837-31EF-9A8C4ECB9AF6}"/>
          </ac:spMkLst>
        </pc:spChg>
      </pc:sldChg>
      <pc:sldChg chg="addSp delSp modSp mod">
        <pc:chgData name="shreeshad78@gmail.com" userId="107a606bde68a2f0" providerId="LiveId" clId="{FEAA28E0-1610-48CB-81E6-0284DD6F968B}" dt="2026-09-08T17:33:49.819" v="118" actId="1076"/>
        <pc:sldMkLst>
          <pc:docMk/>
          <pc:sldMk cId="740028465" sldId="306"/>
        </pc:sldMkLst>
        <pc:spChg chg="add">
          <ac:chgData name="shreeshad78@gmail.com" userId="107a606bde68a2f0" providerId="LiveId" clId="{FEAA28E0-1610-48CB-81E6-0284DD6F968B}" dt="2026-09-08T17:26:15.960" v="58" actId="22"/>
          <ac:spMkLst>
            <pc:docMk/>
            <pc:sldMk cId="740028465" sldId="306"/>
            <ac:spMk id="3" creationId="{43CBC534-12D7-B9E7-D296-CF8FC81E207D}"/>
          </ac:spMkLst>
        </pc:spChg>
        <pc:spChg chg="mod">
          <ac:chgData name="shreeshad78@gmail.com" userId="107a606bde68a2f0" providerId="LiveId" clId="{FEAA28E0-1610-48CB-81E6-0284DD6F968B}" dt="2026-09-08T17:33:49.819" v="118" actId="1076"/>
          <ac:spMkLst>
            <pc:docMk/>
            <pc:sldMk cId="740028465" sldId="306"/>
            <ac:spMk id="278" creationId="{0668C6FD-577A-7288-5642-1AFC22BD04F2}"/>
          </ac:spMkLst>
        </pc:spChg>
        <pc:spChg chg="del">
          <ac:chgData name="shreeshad78@gmail.com" userId="107a606bde68a2f0" providerId="LiveId" clId="{FEAA28E0-1610-48CB-81E6-0284DD6F968B}" dt="2026-09-08T17:26:14.898" v="57" actId="478"/>
          <ac:spMkLst>
            <pc:docMk/>
            <pc:sldMk cId="740028465" sldId="306"/>
            <ac:spMk id="279" creationId="{EAFA16CB-0A72-5AC5-69A0-ABF4A752B43F}"/>
          </ac:spMkLst>
        </pc:spChg>
      </pc:sldChg>
      <pc:sldChg chg="addSp delSp mod">
        <pc:chgData name="shreeshad78@gmail.com" userId="107a606bde68a2f0" providerId="LiveId" clId="{FEAA28E0-1610-48CB-81E6-0284DD6F968B}" dt="2026-09-08T17:27:08.434" v="62" actId="22"/>
        <pc:sldMkLst>
          <pc:docMk/>
          <pc:sldMk cId="2833482715" sldId="307"/>
        </pc:sldMkLst>
        <pc:spChg chg="del">
          <ac:chgData name="shreeshad78@gmail.com" userId="107a606bde68a2f0" providerId="LiveId" clId="{FEAA28E0-1610-48CB-81E6-0284DD6F968B}" dt="2026-09-08T17:26:58.729" v="61" actId="478"/>
          <ac:spMkLst>
            <pc:docMk/>
            <pc:sldMk cId="2833482715" sldId="307"/>
            <ac:spMk id="3" creationId="{4837D5EE-379B-FDC5-0854-8AC81D31FADF}"/>
          </ac:spMkLst>
        </pc:spChg>
        <pc:spChg chg="add">
          <ac:chgData name="shreeshad78@gmail.com" userId="107a606bde68a2f0" providerId="LiveId" clId="{FEAA28E0-1610-48CB-81E6-0284DD6F968B}" dt="2026-09-08T17:27:08.434" v="62" actId="22"/>
          <ac:spMkLst>
            <pc:docMk/>
            <pc:sldMk cId="2833482715" sldId="307"/>
            <ac:spMk id="10" creationId="{B9AC1379-39E6-0CCC-3C46-D9285B75ED62}"/>
          </ac:spMkLst>
        </pc:spChg>
        <pc:grpChg chg="del">
          <ac:chgData name="shreeshad78@gmail.com" userId="107a606bde68a2f0" providerId="LiveId" clId="{FEAA28E0-1610-48CB-81E6-0284DD6F968B}" dt="2026-09-08T17:26:30.173" v="59" actId="478"/>
          <ac:grpSpMkLst>
            <pc:docMk/>
            <pc:sldMk cId="2833482715" sldId="307"/>
            <ac:grpSpMk id="8" creationId="{F8E1A664-937F-0995-A503-E9C101158D8C}"/>
          </ac:grpSpMkLst>
        </pc:grpChg>
        <pc:picChg chg="add">
          <ac:chgData name="shreeshad78@gmail.com" userId="107a606bde68a2f0" providerId="LiveId" clId="{FEAA28E0-1610-48CB-81E6-0284DD6F968B}" dt="2026-09-08T17:26:54.837" v="60" actId="22"/>
          <ac:picMkLst>
            <pc:docMk/>
            <pc:sldMk cId="2833482715" sldId="307"/>
            <ac:picMk id="4" creationId="{95146D1F-0079-AAD5-7BF9-130C0B7AD53A}"/>
          </ac:picMkLst>
        </pc:picChg>
      </pc:sldChg>
      <pc:sldChg chg="addSp delSp mod">
        <pc:chgData name="shreeshad78@gmail.com" userId="107a606bde68a2f0" providerId="LiveId" clId="{FEAA28E0-1610-48CB-81E6-0284DD6F968B}" dt="2026-09-08T17:27:41.856" v="66" actId="22"/>
        <pc:sldMkLst>
          <pc:docMk/>
          <pc:sldMk cId="4175177701" sldId="308"/>
        </pc:sldMkLst>
        <pc:spChg chg="del">
          <ac:chgData name="shreeshad78@gmail.com" userId="107a606bde68a2f0" providerId="LiveId" clId="{FEAA28E0-1610-48CB-81E6-0284DD6F968B}" dt="2026-09-08T17:27:18.801" v="64" actId="478"/>
          <ac:spMkLst>
            <pc:docMk/>
            <pc:sldMk cId="4175177701" sldId="308"/>
            <ac:spMk id="6" creationId="{C0D36B1A-26C2-CD55-1032-4CB5E4EDF305}"/>
          </ac:spMkLst>
        </pc:spChg>
        <pc:spChg chg="add">
          <ac:chgData name="shreeshad78@gmail.com" userId="107a606bde68a2f0" providerId="LiveId" clId="{FEAA28E0-1610-48CB-81E6-0284DD6F968B}" dt="2026-09-08T17:27:41.856" v="66" actId="22"/>
          <ac:spMkLst>
            <pc:docMk/>
            <pc:sldMk cId="4175177701" sldId="308"/>
            <ac:spMk id="8" creationId="{3BC46E8F-E9B7-E796-2E21-F675A4690962}"/>
          </ac:spMkLst>
        </pc:spChg>
        <pc:picChg chg="add">
          <ac:chgData name="shreeshad78@gmail.com" userId="107a606bde68a2f0" providerId="LiveId" clId="{FEAA28E0-1610-48CB-81E6-0284DD6F968B}" dt="2026-09-08T17:27:29.638" v="65" actId="22"/>
          <ac:picMkLst>
            <pc:docMk/>
            <pc:sldMk cId="4175177701" sldId="308"/>
            <ac:picMk id="3" creationId="{12FF69F5-31D4-1270-7EC4-E63B08EDFFC5}"/>
          </ac:picMkLst>
        </pc:picChg>
        <pc:picChg chg="del">
          <ac:chgData name="shreeshad78@gmail.com" userId="107a606bde68a2f0" providerId="LiveId" clId="{FEAA28E0-1610-48CB-81E6-0284DD6F968B}" dt="2026-09-08T17:27:12.525" v="63" actId="478"/>
          <ac:picMkLst>
            <pc:docMk/>
            <pc:sldMk cId="4175177701" sldId="308"/>
            <ac:picMk id="4" creationId="{099C3698-991D-7A38-C456-893C84C23FC9}"/>
          </ac:picMkLst>
        </pc:picChg>
      </pc:sldChg>
      <pc:sldChg chg="addSp delSp modSp add mod">
        <pc:chgData name="shreeshad78@gmail.com" userId="107a606bde68a2f0" providerId="LiveId" clId="{FEAA28E0-1610-48CB-81E6-0284DD6F968B}" dt="2026-09-08T17:32:42.991" v="110" actId="20577"/>
        <pc:sldMkLst>
          <pc:docMk/>
          <pc:sldMk cId="4269429141" sldId="310"/>
        </pc:sldMkLst>
        <pc:spChg chg="mod">
          <ac:chgData name="shreeshad78@gmail.com" userId="107a606bde68a2f0" providerId="LiveId" clId="{FEAA28E0-1610-48CB-81E6-0284DD6F968B}" dt="2026-09-08T17:32:42.991" v="110" actId="20577"/>
          <ac:spMkLst>
            <pc:docMk/>
            <pc:sldMk cId="4269429141" sldId="310"/>
            <ac:spMk id="278" creationId="{632DB2D3-231B-AA58-E5A0-6A565BB5DE7A}"/>
          </ac:spMkLst>
        </pc:spChg>
        <pc:picChg chg="add">
          <ac:chgData name="shreeshad78@gmail.com" userId="107a606bde68a2f0" providerId="LiveId" clId="{FEAA28E0-1610-48CB-81E6-0284DD6F968B}" dt="2026-09-08T17:32:19.572" v="101" actId="22"/>
          <ac:picMkLst>
            <pc:docMk/>
            <pc:sldMk cId="4269429141" sldId="310"/>
            <ac:picMk id="3" creationId="{2BDE608D-C1B7-5FC6-5E38-804A5938F393}"/>
          </ac:picMkLst>
        </pc:picChg>
        <pc:picChg chg="del">
          <ac:chgData name="shreeshad78@gmail.com" userId="107a606bde68a2f0" providerId="LiveId" clId="{FEAA28E0-1610-48CB-81E6-0284DD6F968B}" dt="2026-09-08T17:31:24.352" v="100" actId="478"/>
          <ac:picMkLst>
            <pc:docMk/>
            <pc:sldMk cId="4269429141" sldId="310"/>
            <ac:picMk id="4" creationId="{C8478DC2-34A7-6087-2798-AAA494177BC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127E23F-C83E-1DEF-EF77-67B9AD304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3448CBB9-5172-0C06-0DB5-3030F5B126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EE58A517-6964-28A4-681B-45B677AA73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1098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reesha-02/LabGenie-AI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b="1" dirty="0"/>
              <a:t>AI Lab Manual &amp; Experiment Generator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E1BFD-0DD8-49B0-C317-1577545FC3E6}"/>
              </a:ext>
            </a:extLst>
          </p:cNvPr>
          <p:cNvSpPr txBox="1"/>
          <p:nvPr/>
        </p:nvSpPr>
        <p:spPr>
          <a:xfrm>
            <a:off x="1717187" y="3954656"/>
            <a:ext cx="1445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Shreesha 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995DFE-C134-4068-4ECD-76E6D17DF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206" y="3671680"/>
            <a:ext cx="866757" cy="10068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8D023E-550F-8DDA-D14B-A30849214372}"/>
              </a:ext>
            </a:extLst>
          </p:cNvPr>
          <p:cNvSpPr txBox="1"/>
          <p:nvPr/>
        </p:nvSpPr>
        <p:spPr>
          <a:xfrm>
            <a:off x="5867135" y="3954656"/>
            <a:ext cx="234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shreeshad78@gmail.com</a:t>
            </a:r>
          </a:p>
          <a:p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BF4A3B-B09C-C29C-963A-46806E759D0D}"/>
              </a:ext>
            </a:extLst>
          </p:cNvPr>
          <p:cNvSpPr txBox="1"/>
          <p:nvPr/>
        </p:nvSpPr>
        <p:spPr>
          <a:xfrm>
            <a:off x="8868696" y="3908012"/>
            <a:ext cx="2143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8197463450</a:t>
            </a:r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751344"/>
            <a:ext cx="10607040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/>
              <a:t>Problem Statement : </a:t>
            </a:r>
            <a:r>
              <a:rPr lang="en-IN" sz="2000" b="1" dirty="0"/>
              <a:t>AI Lab Manual &amp; Experiment Generator</a:t>
            </a:r>
            <a:endParaRPr lang="en-US" sz="2000" b="1" dirty="0"/>
          </a:p>
          <a:p>
            <a:pPr fontAlgn="base"/>
            <a:endParaRPr lang="en-US" b="1" dirty="0"/>
          </a:p>
          <a:p>
            <a:pPr fontAlgn="base"/>
            <a:r>
              <a:rPr lang="en-US" sz="1500" b="1" dirty="0"/>
              <a:t>The Challenge</a:t>
            </a:r>
            <a:r>
              <a:rPr lang="en-US" sz="1500" dirty="0"/>
              <a:t> </a:t>
            </a:r>
          </a:p>
          <a:p>
            <a:pPr fontAlgn="base"/>
            <a:r>
              <a:rPr lang="en-IN" sz="1500" dirty="0"/>
              <a:t>Students often struggle with </a:t>
            </a:r>
            <a:r>
              <a:rPr lang="en-IN" sz="1500" b="1" dirty="0"/>
              <a:t>creating structured lab manuals, understanding complex experiments, preparing for viva questions, and evaluating their practical work</a:t>
            </a:r>
            <a:r>
              <a:rPr lang="en-IN" sz="1500" dirty="0"/>
              <a:t>. Lab content is scattered across different resources, making it difficult to quickly obtain </a:t>
            </a:r>
            <a:r>
              <a:rPr lang="en-IN" sz="1500" b="1" dirty="0"/>
              <a:t>reliable, experiment-specific guidance</a:t>
            </a:r>
            <a:r>
              <a:rPr lang="en-IN" sz="1500" dirty="0"/>
              <a:t>. Traditional lab preparation also provides limited opportunities for interactive experimentation and personalized learning.</a:t>
            </a:r>
          </a:p>
          <a:p>
            <a:pPr fontAlgn="base"/>
            <a:endParaRPr lang="en-US" dirty="0"/>
          </a:p>
          <a:p>
            <a:pPr fontAlgn="base"/>
            <a:r>
              <a:rPr lang="en-US" sz="1500" b="1" dirty="0"/>
              <a:t>The Objective</a:t>
            </a:r>
            <a:r>
              <a:rPr lang="en-US" sz="1500" dirty="0"/>
              <a:t> </a:t>
            </a:r>
          </a:p>
          <a:p>
            <a:r>
              <a:rPr lang="en-IN" sz="1500" dirty="0"/>
              <a:t>Build an </a:t>
            </a:r>
            <a:r>
              <a:rPr lang="en-IN" sz="1500" b="1" dirty="0"/>
              <a:t>AI-powered Lab Assistant</a:t>
            </a:r>
            <a:r>
              <a:rPr lang="en-IN" sz="1500" dirty="0"/>
              <a:t> that helps students generate, understand, and practice computer science experiments. The solution should:</a:t>
            </a:r>
          </a:p>
          <a:p>
            <a:r>
              <a:rPr lang="en-IN" sz="1500" dirty="0"/>
              <a:t>• </a:t>
            </a:r>
            <a:r>
              <a:rPr lang="en-IN" sz="1500" b="1" dirty="0"/>
              <a:t>AI Lab Manual Generation</a:t>
            </a:r>
            <a:r>
              <a:rPr lang="en-IN" sz="1500" dirty="0"/>
              <a:t> – Generate structured manuals with aim, theory, requirements, procedure, code, expected output, precautions, viva questions, and evaluation rubric.</a:t>
            </a:r>
          </a:p>
          <a:p>
            <a:r>
              <a:rPr lang="en-IN" sz="1500" dirty="0"/>
              <a:t>• </a:t>
            </a:r>
            <a:r>
              <a:rPr lang="en-IN" sz="1500" b="1" dirty="0"/>
              <a:t>RAG Knowledge Retrieval</a:t>
            </a:r>
            <a:r>
              <a:rPr lang="en-IN" sz="1500" dirty="0"/>
              <a:t> – Retrieve relevant information from a curated laboratory knowledge base to provide more grounded and topic-specific responses.</a:t>
            </a:r>
          </a:p>
          <a:p>
            <a:r>
              <a:rPr lang="en-IN" sz="1500" dirty="0"/>
              <a:t>• </a:t>
            </a:r>
            <a:r>
              <a:rPr lang="en-IN" sz="1500" b="1" dirty="0"/>
              <a:t>AI Learning Tutor</a:t>
            </a:r>
            <a:r>
              <a:rPr lang="en-IN" sz="1500" dirty="0"/>
              <a:t> – Allow students to ask questions and receive simplified explanations and guidance using </a:t>
            </a:r>
            <a:r>
              <a:rPr lang="en-IN" sz="1500" b="1" dirty="0"/>
              <a:t>IBM Granite</a:t>
            </a:r>
            <a:r>
              <a:rPr lang="en-IN" sz="1500" dirty="0"/>
              <a:t>.</a:t>
            </a:r>
          </a:p>
          <a:p>
            <a:r>
              <a:rPr lang="en-IN" sz="1500" dirty="0"/>
              <a:t>• </a:t>
            </a:r>
            <a:r>
              <a:rPr lang="en-IN" sz="1500" b="1" dirty="0"/>
              <a:t>Interactive Virtual Lab</a:t>
            </a:r>
            <a:r>
              <a:rPr lang="en-IN" sz="1500" dirty="0"/>
              <a:t> – Provide hands-on simulations for algorithms such as </a:t>
            </a:r>
            <a:r>
              <a:rPr lang="en-IN" sz="1500" b="1" dirty="0"/>
              <a:t>K-Means Clustering and Binary Search</a:t>
            </a:r>
            <a:r>
              <a:rPr lang="en-IN" sz="1500" dirty="0"/>
              <a:t> with step-by-step execution.</a:t>
            </a:r>
          </a:p>
          <a:p>
            <a:r>
              <a:rPr lang="en-IN" sz="1500" dirty="0"/>
              <a:t>• </a:t>
            </a:r>
            <a:r>
              <a:rPr lang="en-IN" sz="1500" b="1" dirty="0"/>
              <a:t>Automated Evaluation Support</a:t>
            </a:r>
            <a:r>
              <a:rPr lang="en-IN" sz="1500" dirty="0"/>
              <a:t> – Generate structured </a:t>
            </a:r>
            <a:r>
              <a:rPr lang="en-IN" sz="1500" b="1" dirty="0"/>
              <a:t>viva questions and 100-mark evaluation rubrics</a:t>
            </a:r>
            <a:r>
              <a:rPr lang="en-IN" sz="1500" dirty="0"/>
              <a:t> for practical assessment.</a:t>
            </a:r>
          </a:p>
          <a:p>
            <a:r>
              <a:rPr lang="en-IN" sz="1500" dirty="0"/>
              <a:t>• </a:t>
            </a:r>
            <a:r>
              <a:rPr lang="en-IN" sz="1500" b="1" dirty="0"/>
              <a:t>IBM-Powered AI</a:t>
            </a:r>
            <a:r>
              <a:rPr lang="en-IN" sz="1500" dirty="0"/>
              <a:t> – Use </a:t>
            </a:r>
            <a:r>
              <a:rPr lang="en-IN" sz="1500" b="1" dirty="0"/>
              <a:t>IBM Granite 4 H Small through watsonx.ai</a:t>
            </a:r>
            <a:r>
              <a:rPr lang="en-IN" sz="1500" dirty="0"/>
              <a:t> with a secure backend architecture for AI inference.</a:t>
            </a:r>
            <a:endParaRPr lang="en-US" sz="15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705907" y="644643"/>
            <a:ext cx="10780186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Proposed Solution: </a:t>
            </a:r>
            <a:r>
              <a:rPr lang="en-IN" sz="2000" b="1" dirty="0"/>
              <a:t>AI-Powered </a:t>
            </a:r>
            <a:r>
              <a:rPr lang="en-IN" sz="2000" b="1" dirty="0" err="1"/>
              <a:t>LabGenie</a:t>
            </a:r>
            <a:endParaRPr lang="en-US" sz="2000" b="1" dirty="0"/>
          </a:p>
          <a:p>
            <a:endParaRPr lang="en-IN" sz="900" dirty="0"/>
          </a:p>
          <a:p>
            <a:pPr algn="just"/>
            <a:r>
              <a:rPr lang="en-IN" dirty="0"/>
              <a:t>The proposed solution is an </a:t>
            </a:r>
            <a:r>
              <a:rPr lang="en-IN" b="1" dirty="0"/>
              <a:t>AI-powered Lab Assistant</a:t>
            </a:r>
            <a:r>
              <a:rPr lang="en-IN" dirty="0"/>
              <a:t> built using </a:t>
            </a:r>
            <a:r>
              <a:rPr lang="en-IN" b="1" dirty="0"/>
              <a:t>IBM Bob, IBM watsonx.ai, and IBM Granite 4 H Small</a:t>
            </a:r>
            <a:r>
              <a:rPr lang="en-IN" dirty="0"/>
              <a:t> to simplify laboratory preparation, experimentation, and learning. The system addresses challenges in creating lab manuals, understanding technical concepts, preparing for viva questions, and gaining hands-on practice through an integrated learning platform.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At its core, the solution uses a </a:t>
            </a:r>
            <a:r>
              <a:rPr lang="en-IN" b="1" dirty="0"/>
              <a:t>Retrieval-Augmented Generation (RAG)</a:t>
            </a:r>
            <a:r>
              <a:rPr lang="en-IN" dirty="0"/>
              <a:t> pipeline to retrieve relevant information from a </a:t>
            </a:r>
            <a:r>
              <a:rPr lang="en-IN" b="1" dirty="0"/>
              <a:t>curated laboratory knowledge base</a:t>
            </a:r>
            <a:r>
              <a:rPr lang="en-IN" dirty="0"/>
              <a:t> covering subjects such as Data Structures, Python, DBMS, Operating Systems, Computer Networks, and Machine Learning. This context is provided to Granite models to generate more relevant and topic-specific content.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The system consists of three key components: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b="1" dirty="0"/>
              <a:t>AI Lab Manual Generator</a:t>
            </a:r>
            <a:r>
              <a:rPr lang="en-IN" dirty="0"/>
              <a:t> creates structured experiment manuals containing the </a:t>
            </a:r>
            <a:r>
              <a:rPr lang="en-IN" b="1" dirty="0"/>
              <a:t>aim, theory, requirements, procedure, code, expected output, precautions, viva questions, and evaluation rubric</a:t>
            </a:r>
            <a:r>
              <a:rPr lang="en-IN" dirty="0"/>
              <a:t> based on the selected subject, topic, and difficulty level.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b="1" dirty="0"/>
              <a:t>AI Learning Tutor</a:t>
            </a:r>
            <a:r>
              <a:rPr lang="en-IN" dirty="0"/>
              <a:t> allows students to ask questions about their experiment or topic and receive </a:t>
            </a:r>
            <a:r>
              <a:rPr lang="en-IN" b="1" dirty="0"/>
              <a:t>simplified explanations, concepts, use cases, complexity analysis, and learning guidance</a:t>
            </a:r>
            <a:r>
              <a:rPr lang="en-IN" dirty="0"/>
              <a:t> powered by IBM Granite and RAG.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b="1" dirty="0"/>
              <a:t>Interactive Virtual Lab</a:t>
            </a:r>
            <a:r>
              <a:rPr lang="en-IN" dirty="0"/>
              <a:t> provides hands-on simulations for algorithms such as </a:t>
            </a:r>
            <a:r>
              <a:rPr lang="en-IN" b="1" dirty="0"/>
              <a:t>K-Means Clustering and Binary Search</a:t>
            </a:r>
            <a:r>
              <a:rPr lang="en-IN" dirty="0"/>
              <a:t>, allowing students to understand algorithmic steps through interactive experimentation.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The solution includes a </a:t>
            </a:r>
            <a:r>
              <a:rPr lang="en-IN" b="1" dirty="0"/>
              <a:t>user-friendly React dashboard</a:t>
            </a:r>
            <a:r>
              <a:rPr lang="en-IN" dirty="0"/>
              <a:t> that brings generation, AI tutoring, and virtual experiments together in a single platform. Students can generate manuals, download them, explore experiments, and interact with the AI tutor.</a:t>
            </a:r>
          </a:p>
          <a:p>
            <a:pPr algn="just"/>
            <a:r>
              <a:rPr lang="en-IN" b="1" dirty="0"/>
              <a:t>IBM Bob</a:t>
            </a:r>
            <a:r>
              <a:rPr lang="en-IN" dirty="0"/>
              <a:t> is used for development and project implementation, while </a:t>
            </a:r>
            <a:r>
              <a:rPr lang="en-IN" b="1" dirty="0"/>
              <a:t>IBM watsonx.ai</a:t>
            </a:r>
            <a:r>
              <a:rPr lang="en-IN" dirty="0"/>
              <a:t> provides the AI inference platform and </a:t>
            </a:r>
            <a:r>
              <a:rPr lang="en-IN" b="1" dirty="0"/>
              <a:t>Granite 4 H Small</a:t>
            </a:r>
            <a:r>
              <a:rPr lang="en-IN" dirty="0"/>
              <a:t> powers manual generation and intelligent tutoring. The lightweight RAG pipeline grounds responses using curated laboratory knowledge.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Overall, </a:t>
            </a:r>
            <a:r>
              <a:rPr lang="en-IN" b="1" dirty="0" err="1"/>
              <a:t>LabGenie</a:t>
            </a:r>
            <a:r>
              <a:rPr lang="en-IN" b="1" dirty="0"/>
              <a:t> AI</a:t>
            </a:r>
            <a:r>
              <a:rPr lang="en-IN" dirty="0"/>
              <a:t> delivers an </a:t>
            </a:r>
            <a:r>
              <a:rPr lang="en-IN" b="1" dirty="0"/>
              <a:t>end-to-end intelligent laboratory companion</a:t>
            </a:r>
            <a:r>
              <a:rPr lang="en-IN" dirty="0"/>
              <a:t> that helps students </a:t>
            </a:r>
            <a:r>
              <a:rPr lang="en-IN" b="1" dirty="0"/>
              <a:t>Generate → Experiment → Learn</a:t>
            </a:r>
            <a:r>
              <a:rPr lang="en-IN" dirty="0"/>
              <a:t> through AI-powered manuals, interactive simulations, grounded knowledge retrieval, and personalized learning support.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071801"/>
            <a:ext cx="10515600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• </a:t>
            </a:r>
            <a:r>
              <a:rPr lang="en-IN" sz="1600" b="1" dirty="0"/>
              <a:t>IBM Bob Platform</a:t>
            </a:r>
            <a:r>
              <a:rPr lang="en-IN" sz="1600" dirty="0"/>
              <a:t> – Used for </a:t>
            </a:r>
            <a:r>
              <a:rPr lang="en-IN" sz="1600" b="1" dirty="0"/>
              <a:t>AI-assisted development, project implementation, and integration</a:t>
            </a:r>
            <a:r>
              <a:rPr lang="en-IN" sz="1600" dirty="0"/>
              <a:t> of the </a:t>
            </a:r>
            <a:r>
              <a:rPr lang="en-IN" sz="1600" dirty="0" err="1"/>
              <a:t>LabGenie</a:t>
            </a:r>
            <a:r>
              <a:rPr lang="en-IN" sz="1600" dirty="0"/>
              <a:t> AI application.</a:t>
            </a:r>
          </a:p>
          <a:p>
            <a:endParaRPr lang="en-IN" sz="1100" dirty="0"/>
          </a:p>
          <a:p>
            <a:r>
              <a:rPr lang="en-IN" sz="1600" dirty="0"/>
              <a:t>• </a:t>
            </a:r>
            <a:r>
              <a:rPr lang="en-IN" sz="1600" b="1" dirty="0"/>
              <a:t>IBM Granite 4 H Small</a:t>
            </a:r>
            <a:r>
              <a:rPr lang="en-IN" sz="1600" dirty="0"/>
              <a:t> – Used for </a:t>
            </a:r>
            <a:r>
              <a:rPr lang="en-IN" sz="1600" b="1" dirty="0"/>
              <a:t>natural language understanding, reasoning, lab manual generation, and AI-powered tutoring</a:t>
            </a:r>
            <a:r>
              <a:rPr lang="en-IN" sz="1600" dirty="0"/>
              <a:t>.</a:t>
            </a:r>
          </a:p>
          <a:p>
            <a:endParaRPr lang="en-IN" sz="1100" dirty="0"/>
          </a:p>
          <a:p>
            <a:r>
              <a:rPr lang="en-IN" sz="1600" dirty="0"/>
              <a:t>• </a:t>
            </a:r>
            <a:r>
              <a:rPr lang="en-IN" sz="1600" b="1" dirty="0"/>
              <a:t>IBM Cloud</a:t>
            </a:r>
            <a:r>
              <a:rPr lang="en-IN" sz="1600" dirty="0"/>
              <a:t> – Provides the </a:t>
            </a:r>
            <a:r>
              <a:rPr lang="en-IN" sz="1600" b="1" dirty="0"/>
              <a:t>secure and scalable cloud infrastructure</a:t>
            </a:r>
            <a:r>
              <a:rPr lang="en-IN" sz="1600" dirty="0"/>
              <a:t> required to connect and deploy the AI services.</a:t>
            </a:r>
          </a:p>
          <a:p>
            <a:endParaRPr lang="en-IN" sz="1100" dirty="0"/>
          </a:p>
          <a:p>
            <a:r>
              <a:rPr lang="en-IN" sz="1600" dirty="0"/>
              <a:t>• </a:t>
            </a:r>
            <a:r>
              <a:rPr lang="en-IN" sz="1600" b="1" dirty="0"/>
              <a:t>RAG (Retrieval-Augmented Generation)</a:t>
            </a:r>
            <a:r>
              <a:rPr lang="en-IN" sz="1600" dirty="0"/>
              <a:t> – Retrieves relevant information from the </a:t>
            </a:r>
            <a:r>
              <a:rPr lang="en-IN" sz="1600" b="1" dirty="0"/>
              <a:t>curated laboratory knowledge base first</a:t>
            </a:r>
            <a:r>
              <a:rPr lang="en-IN" sz="1600" dirty="0"/>
              <a:t>, then provides this context to Granite for more </a:t>
            </a:r>
            <a:r>
              <a:rPr lang="en-IN" sz="1600" b="1" dirty="0"/>
              <a:t>grounded and topic-specific responses</a:t>
            </a:r>
            <a:r>
              <a:rPr lang="en-IN" sz="1600" dirty="0"/>
              <a:t>.</a:t>
            </a:r>
          </a:p>
          <a:p>
            <a:endParaRPr lang="en-IN" sz="1100" dirty="0"/>
          </a:p>
          <a:p>
            <a:r>
              <a:rPr lang="en-IN" sz="1600" dirty="0"/>
              <a:t>• </a:t>
            </a:r>
            <a:r>
              <a:rPr lang="en-IN" sz="1600" b="1" dirty="0"/>
              <a:t>IBM watsonx.ai</a:t>
            </a:r>
            <a:r>
              <a:rPr lang="en-IN" sz="1600" dirty="0"/>
              <a:t> – Used for </a:t>
            </a:r>
            <a:r>
              <a:rPr lang="en-IN" sz="1600" b="1" dirty="0"/>
              <a:t>Granite model inference and AI service integration</a:t>
            </a:r>
            <a:r>
              <a:rPr lang="en-IN" sz="1600" dirty="0"/>
              <a:t>, enabling </a:t>
            </a:r>
            <a:r>
              <a:rPr lang="en-IN" sz="1600" dirty="0" err="1"/>
              <a:t>LabGenie</a:t>
            </a:r>
            <a:r>
              <a:rPr lang="en-IN" sz="1600" dirty="0"/>
              <a:t> to generate intelligent responses.</a:t>
            </a:r>
          </a:p>
          <a:p>
            <a:endParaRPr lang="en-IN" sz="1100" dirty="0"/>
          </a:p>
          <a:p>
            <a:r>
              <a:rPr lang="en-IN" sz="1600" dirty="0"/>
              <a:t>• </a:t>
            </a:r>
            <a:r>
              <a:rPr lang="en-IN" sz="1600" b="1" dirty="0"/>
              <a:t>Curated Knowledge Base</a:t>
            </a:r>
            <a:r>
              <a:rPr lang="en-IN" sz="1600" dirty="0"/>
              <a:t> – A collection of </a:t>
            </a:r>
            <a:r>
              <a:rPr lang="en-IN" sz="1600" b="1" dirty="0"/>
              <a:t>subject-specific Markdown resources</a:t>
            </a:r>
            <a:r>
              <a:rPr lang="en-IN" sz="1600" dirty="0"/>
              <a:t> covering Data Structures, Python, DBMS, Operating Systems, Computer Networks, and Machine Learning for RAG-based retrieval.</a:t>
            </a:r>
          </a:p>
          <a:p>
            <a:endParaRPr lang="en-IN" sz="1100" dirty="0"/>
          </a:p>
          <a:p>
            <a:r>
              <a:rPr lang="en-IN" sz="1600" dirty="0"/>
              <a:t>• </a:t>
            </a:r>
            <a:r>
              <a:rPr lang="en-IN" sz="1600" b="1" dirty="0"/>
              <a:t>React.js + Vite</a:t>
            </a:r>
            <a:r>
              <a:rPr lang="en-IN" sz="1600" dirty="0"/>
              <a:t> – Used to build the </a:t>
            </a:r>
            <a:r>
              <a:rPr lang="en-IN" sz="1600" b="1" dirty="0"/>
              <a:t>interactive and user-friendly frontend dashboard</a:t>
            </a:r>
            <a:r>
              <a:rPr lang="en-IN" sz="1600" dirty="0"/>
              <a:t> for lab generation, AI tutoring, and virtual experiments.</a:t>
            </a:r>
          </a:p>
          <a:p>
            <a:endParaRPr lang="en-IN" sz="1100" dirty="0"/>
          </a:p>
          <a:p>
            <a:r>
              <a:rPr lang="en-IN" sz="1600" dirty="0"/>
              <a:t>• </a:t>
            </a:r>
            <a:r>
              <a:rPr lang="en-IN" sz="1600" b="1" dirty="0"/>
              <a:t>Node.js + Express.js</a:t>
            </a:r>
            <a:r>
              <a:rPr lang="en-IN" sz="1600" dirty="0"/>
              <a:t> – Used to develop the </a:t>
            </a:r>
            <a:r>
              <a:rPr lang="en-IN" sz="1600" b="1" dirty="0"/>
              <a:t>backend APIs</a:t>
            </a:r>
            <a:r>
              <a:rPr lang="en-IN" sz="1600" dirty="0"/>
              <a:t> and securely handle communication between the frontend and IBM watsonx.ai.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228594" y="863187"/>
            <a:ext cx="5727297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 err="1"/>
              <a:t>App.jsx</a:t>
            </a:r>
            <a:r>
              <a:rPr lang="en-IN" dirty="0"/>
              <a:t> – Main React application component that manages navigation and connects the major features.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 err="1"/>
              <a:t>index.jsx</a:t>
            </a:r>
            <a:r>
              <a:rPr lang="en-IN" b="1" dirty="0"/>
              <a:t> / </a:t>
            </a:r>
            <a:r>
              <a:rPr lang="en-IN" b="1" dirty="0" err="1"/>
              <a:t>main.jsx</a:t>
            </a:r>
            <a:r>
              <a:rPr lang="en-IN" dirty="0"/>
              <a:t> – Entry point that initializes and renders the React application.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index.css</a:t>
            </a:r>
            <a:r>
              <a:rPr lang="en-IN" dirty="0"/>
              <a:t> – Contains the styling and responsive UI design for the </a:t>
            </a:r>
            <a:r>
              <a:rPr lang="en-IN" dirty="0" err="1"/>
              <a:t>LabGenie</a:t>
            </a:r>
            <a:r>
              <a:rPr lang="en-IN" dirty="0"/>
              <a:t> AI interface.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 err="1"/>
              <a:t>package.json</a:t>
            </a:r>
            <a:r>
              <a:rPr lang="en-IN" dirty="0"/>
              <a:t> – Defines the frontend and backend dependencies and project scripts.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.env</a:t>
            </a:r>
            <a:r>
              <a:rPr lang="en-IN" dirty="0"/>
              <a:t> – Stores </a:t>
            </a:r>
            <a:r>
              <a:rPr lang="en-IN" b="1" dirty="0"/>
              <a:t>IBM watsonx.ai configuration and API credentials securely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index.js</a:t>
            </a:r>
            <a:r>
              <a:rPr lang="en-IN" dirty="0"/>
              <a:t> – Backend entry point that starts the Express server and configures API routes.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labController.js</a:t>
            </a:r>
            <a:r>
              <a:rPr lang="en-IN" dirty="0"/>
              <a:t> – Handles AI-powered </a:t>
            </a:r>
            <a:r>
              <a:rPr lang="en-IN" b="1" dirty="0"/>
              <a:t>lab manual generation</a:t>
            </a:r>
            <a:r>
              <a:rPr lang="en-IN" dirty="0"/>
              <a:t> using IBM Granite.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assistantController.js</a:t>
            </a:r>
            <a:r>
              <a:rPr lang="en-IN" dirty="0"/>
              <a:t> – Handles </a:t>
            </a:r>
            <a:r>
              <a:rPr lang="en-IN" b="1" dirty="0"/>
              <a:t>AI Tutor questions and Granite responses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retriever.js</a:t>
            </a:r>
            <a:r>
              <a:rPr lang="en-IN" dirty="0"/>
              <a:t> – Implements the </a:t>
            </a:r>
            <a:r>
              <a:rPr lang="en-IN" b="1" dirty="0"/>
              <a:t>RAG-based retrieval system</a:t>
            </a:r>
            <a:r>
              <a:rPr lang="en-IN" dirty="0"/>
              <a:t> using the curated knowledge base.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labService.js</a:t>
            </a:r>
            <a:r>
              <a:rPr lang="en-IN" dirty="0"/>
              <a:t> – Connects the React frontend with the backend lab-generation API.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Knowledge Base Files (.md)</a:t>
            </a:r>
            <a:r>
              <a:rPr lang="en-IN" dirty="0"/>
              <a:t> – Subject-specific resources used by the </a:t>
            </a:r>
            <a:r>
              <a:rPr lang="en-IN" b="1" dirty="0"/>
              <a:t>RAG pipeline</a:t>
            </a:r>
            <a:r>
              <a:rPr lang="en-IN" dirty="0"/>
              <a:t> for grounded responses.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8DE963-2B28-F1BA-9496-14D11C229A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24"/>
          <a:stretch>
            <a:fillRect/>
          </a:stretch>
        </p:blipFill>
        <p:spPr>
          <a:xfrm>
            <a:off x="5850194" y="1406012"/>
            <a:ext cx="6243483" cy="439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C6CB8F-C08A-662B-2B70-D49433888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98" y="914400"/>
            <a:ext cx="10943404" cy="576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433ED-59E4-5CC4-BD7C-D88AD1730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" y="426084"/>
            <a:ext cx="11287432" cy="600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606416" y="230738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D25C45-A0CC-B1C6-4FEB-E28BC3C29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441" y="679246"/>
            <a:ext cx="9115117" cy="607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020009"/>
            <a:ext cx="740664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Role of Agentic AI in </a:t>
            </a:r>
            <a:r>
              <a:rPr lang="en-IN" sz="2000" b="1" dirty="0" err="1"/>
              <a:t>LabGenie</a:t>
            </a:r>
            <a:r>
              <a:rPr lang="en-IN" sz="2000" b="1" dirty="0"/>
              <a:t> AI</a:t>
            </a:r>
          </a:p>
          <a:p>
            <a:endParaRPr lang="en-IN" sz="800" b="1" dirty="0"/>
          </a:p>
          <a:p>
            <a:r>
              <a:rPr lang="en-IN" b="1" dirty="0"/>
              <a:t>Agentic AI</a:t>
            </a:r>
            <a:r>
              <a:rPr lang="en-IN" dirty="0"/>
              <a:t> enables </a:t>
            </a:r>
            <a:r>
              <a:rPr lang="en-IN" dirty="0" err="1"/>
              <a:t>LabGenie</a:t>
            </a:r>
            <a:r>
              <a:rPr lang="en-IN" dirty="0"/>
              <a:t> AI to function as an </a:t>
            </a:r>
            <a:r>
              <a:rPr lang="en-IN" b="1" dirty="0"/>
              <a:t>intelligent learning assistant</a:t>
            </a:r>
            <a:r>
              <a:rPr lang="en-IN" dirty="0"/>
              <a:t> rather than a simple lab manual generator. Using </a:t>
            </a:r>
            <a:r>
              <a:rPr lang="en-IN" b="1" dirty="0"/>
              <a:t>IBM watsonx.ai and IBM Granite 4 H Small</a:t>
            </a:r>
            <a:r>
              <a:rPr lang="en-IN" dirty="0"/>
              <a:t>, the system coordinates different AI-powered capabilities to support laboratory preparation, experimentation, and learning.</a:t>
            </a:r>
          </a:p>
          <a:p>
            <a:endParaRPr lang="en-IN" sz="800" dirty="0"/>
          </a:p>
          <a:p>
            <a:r>
              <a:rPr lang="en-IN" dirty="0"/>
              <a:t>The system performs specialized tasks such as </a:t>
            </a:r>
            <a:r>
              <a:rPr lang="en-IN" b="1" dirty="0"/>
              <a:t>generating structured lab manuals, retrieving relevant knowledge through RAG, answering student questions, and providing interactive algorithm simulations</a:t>
            </a:r>
            <a:r>
              <a:rPr lang="en-IN" dirty="0"/>
              <a:t>. This integrated approach enables students to move seamlessly between generating an experiment, understanding its concepts, and practicing it interactively.</a:t>
            </a:r>
          </a:p>
          <a:p>
            <a:endParaRPr lang="en-IN" sz="800" dirty="0"/>
          </a:p>
          <a:p>
            <a:r>
              <a:rPr lang="en-IN" dirty="0"/>
              <a:t>Agentic AI also provides </a:t>
            </a:r>
            <a:r>
              <a:rPr lang="en-IN" b="1" dirty="0"/>
              <a:t>context awareness</a:t>
            </a:r>
            <a:r>
              <a:rPr lang="en-IN" dirty="0"/>
              <a:t> by using the selected subject, topic, and difficulty level to generate relevant laboratory content and explanations. Through </a:t>
            </a:r>
            <a:r>
              <a:rPr lang="en-IN" b="1" dirty="0"/>
              <a:t>RAG-based knowledge retrieval</a:t>
            </a:r>
            <a:r>
              <a:rPr lang="en-IN" dirty="0"/>
              <a:t>, the AI can use information from the curated laboratory knowledge base before generating responses.</a:t>
            </a:r>
          </a:p>
          <a:p>
            <a:endParaRPr lang="en-IN" sz="800" dirty="0"/>
          </a:p>
          <a:p>
            <a:r>
              <a:rPr lang="en-IN" dirty="0"/>
              <a:t>Additionally, the system supports </a:t>
            </a:r>
            <a:r>
              <a:rPr lang="en-IN" b="1" dirty="0"/>
              <a:t>interactive and goal-oriented learning</a:t>
            </a:r>
            <a:r>
              <a:rPr lang="en-IN" dirty="0"/>
              <a:t> through the AI Tutor and Virtual Lab, allowing students to explore concepts, ask questions, and understand algorithms step-by-step.</a:t>
            </a:r>
          </a:p>
          <a:p>
            <a:endParaRPr lang="en-IN" sz="800" dirty="0"/>
          </a:p>
          <a:p>
            <a:r>
              <a:rPr lang="en-IN" dirty="0"/>
              <a:t>Overall, Agentic AI makes </a:t>
            </a:r>
            <a:r>
              <a:rPr lang="en-IN" b="1" dirty="0" err="1"/>
              <a:t>LabGenie</a:t>
            </a:r>
            <a:r>
              <a:rPr lang="en-IN" b="1" dirty="0"/>
              <a:t> AI a smart digital laboratory companion</a:t>
            </a:r>
            <a:r>
              <a:rPr lang="en-IN" dirty="0"/>
              <a:t> that helps students </a:t>
            </a:r>
            <a:r>
              <a:rPr lang="en-IN" b="1" dirty="0"/>
              <a:t>Generate → Experiment → Learn</a:t>
            </a:r>
            <a:r>
              <a:rPr lang="en-IN" dirty="0"/>
              <a:t> using AI-powered guidance and interactive learning tools.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15293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Token Usage 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2AF53D-F075-A6A0-E777-5CF5EE5B5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626" y="1343559"/>
            <a:ext cx="9158748" cy="51433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89A6DD-F97C-32D9-B0AA-938D9AA9C564}"/>
              </a:ext>
            </a:extLst>
          </p:cNvPr>
          <p:cNvSpPr txBox="1"/>
          <p:nvPr/>
        </p:nvSpPr>
        <p:spPr>
          <a:xfrm>
            <a:off x="714534" y="699163"/>
            <a:ext cx="437117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/>
              <a:t>IBM Bob Token Usage</a:t>
            </a:r>
            <a:endParaRPr lang="en-IN" sz="1600" dirty="0"/>
          </a:p>
          <a:p>
            <a:r>
              <a:rPr lang="en-IN" sz="1600" dirty="0"/>
              <a:t>Current usage: 228.9k tokens</a:t>
            </a:r>
          </a:p>
        </p:txBody>
      </p:sp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83329" y="250408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- </a:t>
            </a:r>
            <a:r>
              <a:rPr lang="en-IN" sz="2400" b="1" dirty="0" err="1"/>
              <a:t>LabGenie</a:t>
            </a:r>
            <a:r>
              <a:rPr lang="en-IN" sz="2400" b="1" dirty="0"/>
              <a:t> Home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0759E8-F42A-EA40-164B-872A9DA30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29" y="954425"/>
            <a:ext cx="11225342" cy="537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77970" y="23988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- </a:t>
            </a:r>
            <a:r>
              <a:rPr lang="en-IN" sz="2400" b="1" dirty="0"/>
              <a:t>AI-Generated Lab Manual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823E2F-684D-D9CA-5CE8-8A9E587FD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55" y="943897"/>
            <a:ext cx="11061290" cy="526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2F5FC64E-6D99-DED7-874F-3F53C3A0A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32DB2D3-231B-AA58-E5A0-6A565BB5DE7A}"/>
              </a:ext>
            </a:extLst>
          </p:cNvPr>
          <p:cNvSpPr/>
          <p:nvPr/>
        </p:nvSpPr>
        <p:spPr>
          <a:xfrm>
            <a:off x="477970" y="23988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– </a:t>
            </a:r>
            <a:r>
              <a:rPr lang="en-IN" sz="2400" b="1" dirty="0"/>
              <a:t>AI Tutor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0329D9CE-C845-C2B6-B4F8-BD148D061D1C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C666F118-F729-8DC0-089A-FD21877FAE79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52A3BFE3-8DBA-70EF-98FC-05356FCED874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DE608D-C1B7-5FC6-5E38-804A5938F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85" y="943897"/>
            <a:ext cx="11046230" cy="531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429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85163" y="230047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- </a:t>
            </a:r>
            <a:r>
              <a:rPr lang="en-IN" sz="2400" b="1" dirty="0"/>
              <a:t>Interactive Virtual Lab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62CCEB-ADD3-D6DC-8265-17974A792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63" y="934064"/>
            <a:ext cx="11221674" cy="537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35681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941419"/>
            <a:ext cx="1130198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LabGenie</a:t>
            </a:r>
            <a:r>
              <a:rPr lang="en-IN" sz="1600" dirty="0"/>
              <a:t> AI stands out by combining </a:t>
            </a:r>
            <a:r>
              <a:rPr lang="en-IN" sz="1600" b="1" dirty="0"/>
              <a:t>Generative AI, RAG, AI-powered tutoring, and interactive virtual experimentation</a:t>
            </a:r>
            <a:r>
              <a:rPr lang="en-IN" sz="1600" dirty="0"/>
              <a:t> into a single intelligent laboratory learning system.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AI-Powered Lab Generation</a:t>
            </a:r>
            <a:r>
              <a:rPr lang="en-IN" sz="1600" dirty="0"/>
              <a:t> – Automatically creates complete, structured lab manuals including </a:t>
            </a:r>
            <a:r>
              <a:rPr lang="en-IN" sz="1600" b="1" dirty="0"/>
              <a:t>theory, procedure, code, expected output, precautions, viva questions, and evaluation rubrics</a:t>
            </a:r>
            <a:r>
              <a:rPr lang="en-IN" sz="16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RAG-Based Grounding</a:t>
            </a:r>
            <a:r>
              <a:rPr lang="en-IN" sz="1600" dirty="0"/>
              <a:t> – Retrieves relevant information from a </a:t>
            </a:r>
            <a:r>
              <a:rPr lang="en-IN" sz="1600" b="1" dirty="0"/>
              <a:t>curated laboratory knowledge base</a:t>
            </a:r>
            <a:r>
              <a:rPr lang="en-IN" sz="1600" dirty="0"/>
              <a:t> before generating responses, making the content more topic-specific and reliable.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AI Learning Tutor</a:t>
            </a:r>
            <a:r>
              <a:rPr lang="en-IN" sz="1600" dirty="0"/>
              <a:t> – Goes beyond manual generation by allowing students to </a:t>
            </a:r>
            <a:r>
              <a:rPr lang="en-IN" sz="1600" b="1" dirty="0"/>
              <a:t>ask questions, get simplified explanations, understand complexity, and explore real-world applications</a:t>
            </a:r>
            <a:r>
              <a:rPr lang="en-IN" sz="1600" dirty="0"/>
              <a:t>.</a:t>
            </a:r>
          </a:p>
          <a:p>
            <a:endParaRPr lang="en-IN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Interactive Virtual Lab</a:t>
            </a:r>
            <a:r>
              <a:rPr lang="en-IN" sz="1600" dirty="0"/>
              <a:t> – Provides hands-on simulations for algorithms such as </a:t>
            </a:r>
            <a:r>
              <a:rPr lang="en-IN" sz="1600" b="1" dirty="0"/>
              <a:t>K-Means Clustering and Binary Search</a:t>
            </a:r>
            <a:r>
              <a:rPr lang="en-IN" sz="1600" dirty="0"/>
              <a:t>, helping students understand concepts through step-by-step experimentation.</a:t>
            </a:r>
          </a:p>
          <a:p>
            <a:endParaRPr lang="en-IN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Difficulty-Based Generation</a:t>
            </a:r>
            <a:r>
              <a:rPr lang="en-IN" sz="1600" dirty="0"/>
              <a:t> – Allows students to select </a:t>
            </a:r>
            <a:r>
              <a:rPr lang="en-IN" sz="1600" b="1" dirty="0"/>
              <a:t>Beginner, Intermediate, or Advanced</a:t>
            </a:r>
            <a:r>
              <a:rPr lang="en-IN" sz="1600" dirty="0"/>
              <a:t> difficulty levels for more suitable experiment content.</a:t>
            </a:r>
          </a:p>
          <a:p>
            <a:endParaRPr lang="en-IN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Automated Assessment Support</a:t>
            </a:r>
            <a:r>
              <a:rPr lang="en-IN" sz="1600" dirty="0"/>
              <a:t> – Generates </a:t>
            </a:r>
            <a:r>
              <a:rPr lang="en-IN" sz="1600" b="1" dirty="0"/>
              <a:t>viva questions and a structured 100-mark evaluation rubric</a:t>
            </a:r>
            <a:r>
              <a:rPr lang="en-IN" sz="1600" dirty="0"/>
              <a:t>, reducing the effort required for practical assessment.</a:t>
            </a:r>
          </a:p>
          <a:p>
            <a:endParaRPr lang="en-IN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Integrated Learning Platform</a:t>
            </a:r>
            <a:r>
              <a:rPr lang="en-IN" sz="1600" dirty="0"/>
              <a:t> – Combines </a:t>
            </a:r>
            <a:r>
              <a:rPr lang="en-IN" sz="1600" b="1" dirty="0"/>
              <a:t>Generate → Experiment → Learn</a:t>
            </a:r>
            <a:r>
              <a:rPr lang="en-IN" sz="1600" dirty="0"/>
              <a:t> in one user-friendly application instead of requiring students to use separate tools.</a:t>
            </a:r>
          </a:p>
          <a:p>
            <a:endParaRPr lang="en-IN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This makes </a:t>
            </a:r>
            <a:r>
              <a:rPr lang="en-IN" sz="1600" b="1" dirty="0" err="1"/>
              <a:t>LabGenie</a:t>
            </a:r>
            <a:r>
              <a:rPr lang="en-IN" sz="1600" b="1" dirty="0"/>
              <a:t> AI a smart, interactive, and AI-powered digital laboratory companion</a:t>
            </a:r>
            <a:r>
              <a:rPr lang="en-IN" sz="1600" dirty="0"/>
              <a:t>, rather than just a static lab manual generator.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72327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Git Hub Link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317047" y="1696488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2B3541"/>
              </a:buClr>
              <a:buSzPts val="1850"/>
            </a:pPr>
            <a:r>
              <a:rPr lang="en-IN" sz="2400" b="1" dirty="0"/>
              <a:t>GitHub Repository:</a:t>
            </a:r>
            <a:br>
              <a:rPr lang="en-IN" sz="2400" dirty="0"/>
            </a:br>
            <a:r>
              <a:rPr lang="en-IN" sz="2400" dirty="0">
                <a:hlinkClick r:id="rId3"/>
              </a:rPr>
              <a:t>https://github.com/shreesha-02/LabGenie-AI</a:t>
            </a:r>
            <a:r>
              <a:rPr lang="en-IN" sz="2400" dirty="0"/>
              <a:t> </a:t>
            </a:r>
            <a:endParaRPr lang="en-US" sz="240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340246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279;p18">
            <a:extLst>
              <a:ext uri="{FF2B5EF4-FFF2-40B4-BE49-F238E27FC236}">
                <a16:creationId xmlns:a16="http://schemas.microsoft.com/office/drawing/2014/main" id="{43CBC534-12D7-B9E7-D296-CF8FC81E207D}"/>
              </a:ext>
            </a:extLst>
          </p:cNvPr>
          <p:cNvSpPr/>
          <p:nvPr/>
        </p:nvSpPr>
        <p:spPr>
          <a:xfrm>
            <a:off x="1218724" y="1019111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Expansion to More Subjects &amp; Experiments –</a:t>
            </a:r>
            <a:br>
              <a:rPr lang="en-IN" sz="1600" dirty="0"/>
            </a:br>
            <a:r>
              <a:rPr lang="en-IN" sz="1600" dirty="0"/>
              <a:t>The system can be expanded to support </a:t>
            </a:r>
            <a:r>
              <a:rPr lang="en-IN" sz="1600" b="1" dirty="0"/>
              <a:t>additional computer science subjects and a larger library of experiments</a:t>
            </a:r>
            <a:r>
              <a:rPr lang="en-IN" sz="1600" dirty="0"/>
              <a:t>. This will allow students to generate lab manuals and practice experiments across a wider range of academic topics.</a:t>
            </a:r>
          </a:p>
          <a:p>
            <a:pPr marL="342900" indent="-342900">
              <a:buFont typeface="+mj-lt"/>
              <a:buAutoNum type="arabicPeriod"/>
            </a:pPr>
            <a:endParaRPr lang="en-IN" sz="700" dirty="0"/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Advanced AI Tutor &amp; Voice-Based Learning –</a:t>
            </a:r>
            <a:br>
              <a:rPr lang="en-IN" sz="1600" dirty="0"/>
            </a:br>
            <a:r>
              <a:rPr lang="en-IN" sz="1600" dirty="0"/>
              <a:t>The AI Tutor can be enhanced with </a:t>
            </a:r>
            <a:r>
              <a:rPr lang="en-IN" sz="1600" b="1" dirty="0"/>
              <a:t>voice interaction, multilingual support, and more personalized explanations</a:t>
            </a:r>
            <a:r>
              <a:rPr lang="en-IN" sz="1600" dirty="0"/>
              <a:t>. This will make learning more accessible and allow students to interact naturally with the system.</a:t>
            </a:r>
          </a:p>
          <a:p>
            <a:pPr marL="342900" indent="-342900">
              <a:buFont typeface="+mj-lt"/>
              <a:buAutoNum type="arabicPeriod"/>
            </a:pPr>
            <a:endParaRPr lang="en-IN" sz="700" dirty="0"/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Integration with Cloud-Based Virtual Labs –</a:t>
            </a:r>
            <a:br>
              <a:rPr lang="en-IN" sz="1600" dirty="0"/>
            </a:br>
            <a:r>
              <a:rPr lang="en-IN" sz="1600" dirty="0"/>
              <a:t>The Virtual Lab can be extended with </a:t>
            </a:r>
            <a:r>
              <a:rPr lang="en-IN" sz="1600" b="1" dirty="0"/>
              <a:t>more interactive simulations and real-time experiment execution</a:t>
            </a:r>
            <a:r>
              <a:rPr lang="en-IN" sz="1600" dirty="0"/>
              <a:t>, enabling students to practice algorithms and concepts in a more realistic laboratory environment.</a:t>
            </a:r>
          </a:p>
          <a:p>
            <a:pPr marL="342900" indent="-342900">
              <a:buFont typeface="+mj-lt"/>
              <a:buAutoNum type="arabicPeriod"/>
            </a:pPr>
            <a:endParaRPr lang="en-IN" sz="700" dirty="0"/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Automated Performance &amp; Assessment Tracking –</a:t>
            </a:r>
            <a:br>
              <a:rPr lang="en-IN" sz="1600" dirty="0"/>
            </a:br>
            <a:r>
              <a:rPr lang="en-IN" sz="1600" dirty="0"/>
              <a:t>Future versions can include </a:t>
            </a:r>
            <a:r>
              <a:rPr lang="en-IN" sz="1600" b="1" dirty="0"/>
              <a:t>student performance tracking, automated code evaluation, progress analytics, and personalized feedback</a:t>
            </a:r>
            <a:r>
              <a:rPr lang="en-IN" sz="1600" dirty="0"/>
              <a:t>, helping students identify their strengths and areas for improvement.</a:t>
            </a:r>
          </a:p>
          <a:p>
            <a:pPr marL="342900" indent="-342900">
              <a:buFont typeface="+mj-lt"/>
              <a:buAutoNum type="arabicPeriod"/>
            </a:pPr>
            <a:endParaRPr lang="en-IN" sz="700" dirty="0"/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Enhanced RAG Knowledge Base –</a:t>
            </a:r>
            <a:br>
              <a:rPr lang="en-IN" sz="1600" dirty="0"/>
            </a:br>
            <a:r>
              <a:rPr lang="en-IN" sz="1600" dirty="0"/>
              <a:t>The knowledge base can be expanded with </a:t>
            </a:r>
            <a:r>
              <a:rPr lang="en-IN" sz="1600" b="1" dirty="0"/>
              <a:t>more curated resources, experiment references, and institutional lab content</a:t>
            </a:r>
            <a:r>
              <a:rPr lang="en-IN" sz="1600" dirty="0"/>
              <a:t>, improving the accuracy and relevance of AI-generated manuals and tutor responses.</a:t>
            </a: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146D1F-0079-AAD5-7BF9-130C0B7AD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686" y="1341271"/>
            <a:ext cx="6754627" cy="50546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AC1379-39E6-0CCC-3C46-D9285B75ED62}"/>
              </a:ext>
            </a:extLst>
          </p:cNvPr>
          <p:cNvSpPr txBox="1"/>
          <p:nvPr/>
        </p:nvSpPr>
        <p:spPr>
          <a:xfrm>
            <a:off x="2196078" y="653655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Getting Started with Artificial Intelligence Certificate  </a:t>
            </a:r>
          </a:p>
        </p:txBody>
      </p:sp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FF69F5-31D4-1270-7EC4-E63B08EDF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642" y="1385011"/>
            <a:ext cx="8154107" cy="50143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C46E8F-E9B7-E796-2E21-F675A4690962}"/>
              </a:ext>
            </a:extLst>
          </p:cNvPr>
          <p:cNvSpPr txBox="1"/>
          <p:nvPr/>
        </p:nvSpPr>
        <p:spPr>
          <a:xfrm>
            <a:off x="4660206" y="703444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IBM BOB Certificate</a:t>
            </a:r>
          </a:p>
        </p:txBody>
      </p:sp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1756</Words>
  <Application>Microsoft Office PowerPoint</Application>
  <PresentationFormat>Widescreen</PresentationFormat>
  <Paragraphs>153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shreeshad78@gmail.com</cp:lastModifiedBy>
  <cp:revision>3</cp:revision>
  <dcterms:created xsi:type="dcterms:W3CDTF">2025-07-08T05:06:56Z</dcterms:created>
  <dcterms:modified xsi:type="dcterms:W3CDTF">2026-09-08T18:25:29Z</dcterms:modified>
</cp:coreProperties>
</file>
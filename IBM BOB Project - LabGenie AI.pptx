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23"/>
  </p:notesMasterIdLst>
  <p:sldIdLst>
    <p:sldId id="290" r:id="rId2"/>
    <p:sldId id="291" r:id="rId3"/>
    <p:sldId id="292" r:id="rId4"/>
    <p:sldId id="293" r:id="rId5"/>
    <p:sldId id="294" r:id="rId6"/>
    <p:sldId id="295" r:id="rId7"/>
    <p:sldId id="296" r:id="rId8"/>
    <p:sldId id="297" r:id="rId9"/>
    <p:sldId id="298" r:id="rId10"/>
    <p:sldId id="299" r:id="rId11"/>
    <p:sldId id="300" r:id="rId12"/>
    <p:sldId id="301" r:id="rId13"/>
    <p:sldId id="302" r:id="rId14"/>
    <p:sldId id="310" r:id="rId15"/>
    <p:sldId id="303" r:id="rId16"/>
    <p:sldId id="304" r:id="rId17"/>
    <p:sldId id="305" r:id="rId18"/>
    <p:sldId id="306" r:id="rId19"/>
    <p:sldId id="307" r:id="rId20"/>
    <p:sldId id="308" r:id="rId21"/>
    <p:sldId id="309" r:id="rId22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27" roundtripDataSignature="AMtx7mjt3491jQ7aCoyIz2WXeHKroE7tp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06B3905-E484-4BB1-93BC-75892AA58B1A}" v="6" dt="2026-09-08T17:30:56.012"/>
  </p1510:revLst>
</p1510:revInfo>
</file>

<file path=ppt/tableStyles.xml><?xml version="1.0" encoding="utf-8"?>
<a:tblStyleLst xmlns:a="http://schemas.openxmlformats.org/drawingml/2006/main" def="{0AAD8F4D-43EB-41E5-8A38-28AB6DFB1B60}">
  <a:tblStyle styleId="{0AAD8F4D-43EB-41E5-8A38-28AB6DFB1B60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32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customschemas.google.com/relationships/presentationmetadata" Target="metadata"/><Relationship Id="rId30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hreeshad78@gmail.com" userId="107a606bde68a2f0" providerId="LiveId" clId="{FEAA28E0-1610-48CB-81E6-0284DD6F968B}"/>
    <pc:docChg chg="custSel addSld modSld">
      <pc:chgData name="shreeshad78@gmail.com" userId="107a606bde68a2f0" providerId="LiveId" clId="{FEAA28E0-1610-48CB-81E6-0284DD6F968B}" dt="2026-09-08T18:15:40.113" v="128" actId="20577"/>
      <pc:docMkLst>
        <pc:docMk/>
      </pc:docMkLst>
      <pc:sldChg chg="addSp delSp modSp mod">
        <pc:chgData name="shreeshad78@gmail.com" userId="107a606bde68a2f0" providerId="LiveId" clId="{FEAA28E0-1610-48CB-81E6-0284DD6F968B}" dt="2026-09-08T17:19:22.055" v="10" actId="22"/>
        <pc:sldMkLst>
          <pc:docMk/>
          <pc:sldMk cId="952317876" sldId="291"/>
        </pc:sldMkLst>
        <pc:spChg chg="del">
          <ac:chgData name="shreeshad78@gmail.com" userId="107a606bde68a2f0" providerId="LiveId" clId="{FEAA28E0-1610-48CB-81E6-0284DD6F968B}" dt="2026-09-08T17:18:46.293" v="6" actId="478"/>
          <ac:spMkLst>
            <pc:docMk/>
            <pc:sldMk cId="952317876" sldId="291"/>
            <ac:spMk id="3" creationId="{B0B023FA-CFEB-ACE9-8425-7E72E307CDC5}"/>
          </ac:spMkLst>
        </pc:spChg>
        <pc:spChg chg="mod">
          <ac:chgData name="shreeshad78@gmail.com" userId="107a606bde68a2f0" providerId="LiveId" clId="{FEAA28E0-1610-48CB-81E6-0284DD6F968B}" dt="2026-09-08T17:18:38.434" v="4"/>
          <ac:spMkLst>
            <pc:docMk/>
            <pc:sldMk cId="952317876" sldId="291"/>
            <ac:spMk id="4" creationId="{A828B9EF-C084-F5D4-CA27-75AF7D995640}"/>
          </ac:spMkLst>
        </pc:spChg>
        <pc:spChg chg="add">
          <ac:chgData name="shreeshad78@gmail.com" userId="107a606bde68a2f0" providerId="LiveId" clId="{FEAA28E0-1610-48CB-81E6-0284DD6F968B}" dt="2026-09-08T17:17:53.347" v="0" actId="22"/>
          <ac:spMkLst>
            <pc:docMk/>
            <pc:sldMk cId="952317876" sldId="291"/>
            <ac:spMk id="5" creationId="{143E1BFD-0DD8-49B0-C317-1577545FC3E6}"/>
          </ac:spMkLst>
        </pc:spChg>
        <pc:spChg chg="mod">
          <ac:chgData name="shreeshad78@gmail.com" userId="107a606bde68a2f0" providerId="LiveId" clId="{FEAA28E0-1610-48CB-81E6-0284DD6F968B}" dt="2026-09-08T17:18:17.880" v="2" actId="13926"/>
          <ac:spMkLst>
            <pc:docMk/>
            <pc:sldMk cId="952317876" sldId="291"/>
            <ac:spMk id="7" creationId="{3D723CA3-EC2D-165A-F109-3759C4E9C8A4}"/>
          </ac:spMkLst>
        </pc:spChg>
        <pc:spChg chg="add">
          <ac:chgData name="shreeshad78@gmail.com" userId="107a606bde68a2f0" providerId="LiveId" clId="{FEAA28E0-1610-48CB-81E6-0284DD6F968B}" dt="2026-09-08T17:19:12.354" v="9" actId="22"/>
          <ac:spMkLst>
            <pc:docMk/>
            <pc:sldMk cId="952317876" sldId="291"/>
            <ac:spMk id="10" creationId="{F98D023E-550F-8DDA-D14B-A30849214372}"/>
          </ac:spMkLst>
        </pc:spChg>
        <pc:spChg chg="add">
          <ac:chgData name="shreeshad78@gmail.com" userId="107a606bde68a2f0" providerId="LiveId" clId="{FEAA28E0-1610-48CB-81E6-0284DD6F968B}" dt="2026-09-08T17:19:22.055" v="10" actId="22"/>
          <ac:spMkLst>
            <pc:docMk/>
            <pc:sldMk cId="952317876" sldId="291"/>
            <ac:spMk id="12" creationId="{3FBF4A3B-B09C-C29C-963A-46806E759D0D}"/>
          </ac:spMkLst>
        </pc:spChg>
        <pc:picChg chg="add mod">
          <ac:chgData name="shreeshad78@gmail.com" userId="107a606bde68a2f0" providerId="LiveId" clId="{FEAA28E0-1610-48CB-81E6-0284DD6F968B}" dt="2026-09-08T17:18:59.067" v="8" actId="14100"/>
          <ac:picMkLst>
            <pc:docMk/>
            <pc:sldMk cId="952317876" sldId="291"/>
            <ac:picMk id="8" creationId="{45995DFE-C134-4068-4ECD-76E6D17DFD1C}"/>
          </ac:picMkLst>
        </pc:picChg>
        <pc:picChg chg="del">
          <ac:chgData name="shreeshad78@gmail.com" userId="107a606bde68a2f0" providerId="LiveId" clId="{FEAA28E0-1610-48CB-81E6-0284DD6F968B}" dt="2026-09-08T17:18:43.419" v="5" actId="478"/>
          <ac:picMkLst>
            <pc:docMk/>
            <pc:sldMk cId="952317876" sldId="291"/>
            <ac:picMk id="98" creationId="{00000000-0000-0000-0000-000000000000}"/>
          </ac:picMkLst>
        </pc:picChg>
      </pc:sldChg>
      <pc:sldChg chg="delSp modSp mod">
        <pc:chgData name="shreeshad78@gmail.com" userId="107a606bde68a2f0" providerId="LiveId" clId="{FEAA28E0-1610-48CB-81E6-0284DD6F968B}" dt="2026-09-08T17:19:56.141" v="13" actId="255"/>
        <pc:sldMkLst>
          <pc:docMk/>
          <pc:sldMk cId="261653373" sldId="292"/>
        </pc:sldMkLst>
        <pc:spChg chg="mod">
          <ac:chgData name="shreeshad78@gmail.com" userId="107a606bde68a2f0" providerId="LiveId" clId="{FEAA28E0-1610-48CB-81E6-0284DD6F968B}" dt="2026-09-08T17:19:56.141" v="13" actId="255"/>
          <ac:spMkLst>
            <pc:docMk/>
            <pc:sldMk cId="261653373" sldId="292"/>
            <ac:spMk id="2" creationId="{C6F6745E-14BA-0766-CE1E-32E29663832D}"/>
          </ac:spMkLst>
        </pc:spChg>
        <pc:spChg chg="del">
          <ac:chgData name="shreeshad78@gmail.com" userId="107a606bde68a2f0" providerId="LiveId" clId="{FEAA28E0-1610-48CB-81E6-0284DD6F968B}" dt="2026-09-08T17:19:38.707" v="11" actId="478"/>
          <ac:spMkLst>
            <pc:docMk/>
            <pc:sldMk cId="261653373" sldId="292"/>
            <ac:spMk id="3" creationId="{3847FA31-EA47-D27A-9D69-AF50A3080AEC}"/>
          </ac:spMkLst>
        </pc:spChg>
      </pc:sldChg>
      <pc:sldChg chg="delSp modSp mod">
        <pc:chgData name="shreeshad78@gmail.com" userId="107a606bde68a2f0" providerId="LiveId" clId="{FEAA28E0-1610-48CB-81E6-0284DD6F968B}" dt="2026-09-08T17:20:25.290" v="17" actId="255"/>
        <pc:sldMkLst>
          <pc:docMk/>
          <pc:sldMk cId="619459906" sldId="293"/>
        </pc:sldMkLst>
        <pc:spChg chg="mod">
          <ac:chgData name="shreeshad78@gmail.com" userId="107a606bde68a2f0" providerId="LiveId" clId="{FEAA28E0-1610-48CB-81E6-0284DD6F968B}" dt="2026-09-08T17:20:25.290" v="17" actId="255"/>
          <ac:spMkLst>
            <pc:docMk/>
            <pc:sldMk cId="619459906" sldId="293"/>
            <ac:spMk id="2" creationId="{4A1BF701-ABCA-4DF0-8330-B6AF71EF8E39}"/>
          </ac:spMkLst>
        </pc:spChg>
        <pc:spChg chg="del">
          <ac:chgData name="shreeshad78@gmail.com" userId="107a606bde68a2f0" providerId="LiveId" clId="{FEAA28E0-1610-48CB-81E6-0284DD6F968B}" dt="2026-09-08T17:20:04.653" v="14" actId="478"/>
          <ac:spMkLst>
            <pc:docMk/>
            <pc:sldMk cId="619459906" sldId="293"/>
            <ac:spMk id="3" creationId="{527F30CC-07EF-8FCC-DA00-C9212F5DAECE}"/>
          </ac:spMkLst>
        </pc:spChg>
      </pc:sldChg>
      <pc:sldChg chg="addSp delSp modSp mod">
        <pc:chgData name="shreeshad78@gmail.com" userId="107a606bde68a2f0" providerId="LiveId" clId="{FEAA28E0-1610-48CB-81E6-0284DD6F968B}" dt="2026-09-08T17:22:03.629" v="30" actId="1076"/>
        <pc:sldMkLst>
          <pc:docMk/>
          <pc:sldMk cId="3114963633" sldId="295"/>
        </pc:sldMkLst>
        <pc:spChg chg="mod">
          <ac:chgData name="shreeshad78@gmail.com" userId="107a606bde68a2f0" providerId="LiveId" clId="{FEAA28E0-1610-48CB-81E6-0284DD6F968B}" dt="2026-09-08T17:22:03.629" v="30" actId="1076"/>
          <ac:spMkLst>
            <pc:docMk/>
            <pc:sldMk cId="3114963633" sldId="295"/>
            <ac:spMk id="2" creationId="{9BB86949-7ED1-C43B-B1E3-5122BB67A596}"/>
          </ac:spMkLst>
        </pc:spChg>
        <pc:spChg chg="del">
          <ac:chgData name="shreeshad78@gmail.com" userId="107a606bde68a2f0" providerId="LiveId" clId="{FEAA28E0-1610-48CB-81E6-0284DD6F968B}" dt="2026-09-08T17:20:45.959" v="19" actId="478"/>
          <ac:spMkLst>
            <pc:docMk/>
            <pc:sldMk cId="3114963633" sldId="295"/>
            <ac:spMk id="9" creationId="{6FFF7BC6-93D0-8D42-34B7-C226B1B96C2D}"/>
          </ac:spMkLst>
        </pc:spChg>
        <pc:spChg chg="del">
          <ac:chgData name="shreeshad78@gmail.com" userId="107a606bde68a2f0" providerId="LiveId" clId="{FEAA28E0-1610-48CB-81E6-0284DD6F968B}" dt="2026-09-08T17:20:47.754" v="20" actId="478"/>
          <ac:spMkLst>
            <pc:docMk/>
            <pc:sldMk cId="3114963633" sldId="295"/>
            <ac:spMk id="10" creationId="{A6C81E80-ED7B-4240-A8EE-0221D9ACD900}"/>
          </ac:spMkLst>
        </pc:spChg>
        <pc:picChg chg="add mod modCrop">
          <ac:chgData name="shreeshad78@gmail.com" userId="107a606bde68a2f0" providerId="LiveId" clId="{FEAA28E0-1610-48CB-81E6-0284DD6F968B}" dt="2026-09-08T17:21:43.646" v="29" actId="14100"/>
          <ac:picMkLst>
            <pc:docMk/>
            <pc:sldMk cId="3114963633" sldId="295"/>
            <ac:picMk id="4" creationId="{5E8DE963-2B28-F1BA-9496-14D11C229A95}"/>
          </ac:picMkLst>
        </pc:picChg>
        <pc:picChg chg="del">
          <ac:chgData name="shreeshad78@gmail.com" userId="107a606bde68a2f0" providerId="LiveId" clId="{FEAA28E0-1610-48CB-81E6-0284DD6F968B}" dt="2026-09-08T17:20:43.388" v="18" actId="478"/>
          <ac:picMkLst>
            <pc:docMk/>
            <pc:sldMk cId="3114963633" sldId="295"/>
            <ac:picMk id="5" creationId="{61F38907-89DE-28F7-316F-44E7DAB9309E}"/>
          </ac:picMkLst>
        </pc:picChg>
      </pc:sldChg>
      <pc:sldChg chg="addSp delSp mod">
        <pc:chgData name="shreeshad78@gmail.com" userId="107a606bde68a2f0" providerId="LiveId" clId="{FEAA28E0-1610-48CB-81E6-0284DD6F968B}" dt="2026-09-08T17:22:39.885" v="32" actId="22"/>
        <pc:sldMkLst>
          <pc:docMk/>
          <pc:sldMk cId="1316545553" sldId="296"/>
        </pc:sldMkLst>
        <pc:picChg chg="add">
          <ac:chgData name="shreeshad78@gmail.com" userId="107a606bde68a2f0" providerId="LiveId" clId="{FEAA28E0-1610-48CB-81E6-0284DD6F968B}" dt="2026-09-08T17:22:39.885" v="32" actId="22"/>
          <ac:picMkLst>
            <pc:docMk/>
            <pc:sldMk cId="1316545553" sldId="296"/>
            <ac:picMk id="4" creationId="{53C6CB8F-C08A-662B-2B70-D49433888DBA}"/>
          </ac:picMkLst>
        </pc:picChg>
        <pc:picChg chg="del">
          <ac:chgData name="shreeshad78@gmail.com" userId="107a606bde68a2f0" providerId="LiveId" clId="{FEAA28E0-1610-48CB-81E6-0284DD6F968B}" dt="2026-09-08T17:22:27.800" v="31" actId="478"/>
          <ac:picMkLst>
            <pc:docMk/>
            <pc:sldMk cId="1316545553" sldId="296"/>
            <ac:picMk id="5" creationId="{5DC7512A-0AA7-CC22-D1D2-C738BF12660E}"/>
          </ac:picMkLst>
        </pc:picChg>
      </pc:sldChg>
      <pc:sldChg chg="addSp delSp mod">
        <pc:chgData name="shreeshad78@gmail.com" userId="107a606bde68a2f0" providerId="LiveId" clId="{FEAA28E0-1610-48CB-81E6-0284DD6F968B}" dt="2026-09-08T17:23:06.100" v="34" actId="22"/>
        <pc:sldMkLst>
          <pc:docMk/>
          <pc:sldMk cId="232371894" sldId="297"/>
        </pc:sldMkLst>
        <pc:picChg chg="add">
          <ac:chgData name="shreeshad78@gmail.com" userId="107a606bde68a2f0" providerId="LiveId" clId="{FEAA28E0-1610-48CB-81E6-0284DD6F968B}" dt="2026-09-08T17:23:06.100" v="34" actId="22"/>
          <ac:picMkLst>
            <pc:docMk/>
            <pc:sldMk cId="232371894" sldId="297"/>
            <ac:picMk id="3" creationId="{5B2433ED-59E4-5CC4-BD7C-D88AD17307B4}"/>
          </ac:picMkLst>
        </pc:picChg>
        <pc:picChg chg="del">
          <ac:chgData name="shreeshad78@gmail.com" userId="107a606bde68a2f0" providerId="LiveId" clId="{FEAA28E0-1610-48CB-81E6-0284DD6F968B}" dt="2026-09-08T17:22:56.490" v="33" actId="478"/>
          <ac:picMkLst>
            <pc:docMk/>
            <pc:sldMk cId="232371894" sldId="297"/>
            <ac:picMk id="5" creationId="{433A290A-6680-D490-E6D4-9336496B1C34}"/>
          </ac:picMkLst>
        </pc:picChg>
      </pc:sldChg>
      <pc:sldChg chg="addSp delSp modSp mod">
        <pc:chgData name="shreeshad78@gmail.com" userId="107a606bde68a2f0" providerId="LiveId" clId="{FEAA28E0-1610-48CB-81E6-0284DD6F968B}" dt="2026-09-08T17:40:43.405" v="126" actId="1076"/>
        <pc:sldMkLst>
          <pc:docMk/>
          <pc:sldMk cId="445195169" sldId="298"/>
        </pc:sldMkLst>
        <pc:spChg chg="mod">
          <ac:chgData name="shreeshad78@gmail.com" userId="107a606bde68a2f0" providerId="LiveId" clId="{FEAA28E0-1610-48CB-81E6-0284DD6F968B}" dt="2026-09-08T17:40:43.405" v="126" actId="1076"/>
          <ac:spMkLst>
            <pc:docMk/>
            <pc:sldMk cId="445195169" sldId="298"/>
            <ac:spMk id="2" creationId="{78578745-3233-E2C4-2AF4-55BA57C68D3F}"/>
          </ac:spMkLst>
        </pc:spChg>
        <pc:picChg chg="del">
          <ac:chgData name="shreeshad78@gmail.com" userId="107a606bde68a2f0" providerId="LiveId" clId="{FEAA28E0-1610-48CB-81E6-0284DD6F968B}" dt="2026-09-08T17:40:11.697" v="119" actId="478"/>
          <ac:picMkLst>
            <pc:docMk/>
            <pc:sldMk cId="445195169" sldId="298"/>
            <ac:picMk id="3" creationId="{81932CE2-F219-0CA8-0102-55B8C682B8A2}"/>
          </ac:picMkLst>
        </pc:picChg>
        <pc:picChg chg="add mod">
          <ac:chgData name="shreeshad78@gmail.com" userId="107a606bde68a2f0" providerId="LiveId" clId="{FEAA28E0-1610-48CB-81E6-0284DD6F968B}" dt="2026-09-08T17:40:29.829" v="124" actId="1076"/>
          <ac:picMkLst>
            <pc:docMk/>
            <pc:sldMk cId="445195169" sldId="298"/>
            <ac:picMk id="5" creationId="{83D25C45-A0CC-B1C6-4FEB-E28BC3C2970E}"/>
          </ac:picMkLst>
        </pc:picChg>
      </pc:sldChg>
      <pc:sldChg chg="delSp modSp mod">
        <pc:chgData name="shreeshad78@gmail.com" userId="107a606bde68a2f0" providerId="LiveId" clId="{FEAA28E0-1610-48CB-81E6-0284DD6F968B}" dt="2026-09-08T17:23:31.583" v="38" actId="255"/>
        <pc:sldMkLst>
          <pc:docMk/>
          <pc:sldMk cId="4000696967" sldId="299"/>
        </pc:sldMkLst>
        <pc:spChg chg="del mod">
          <ac:chgData name="shreeshad78@gmail.com" userId="107a606bde68a2f0" providerId="LiveId" clId="{FEAA28E0-1610-48CB-81E6-0284DD6F968B}" dt="2026-09-08T17:23:19.820" v="36" actId="478"/>
          <ac:spMkLst>
            <pc:docMk/>
            <pc:sldMk cId="4000696967" sldId="299"/>
            <ac:spMk id="2" creationId="{B84A7B44-8B20-5A39-ED43-DA98D0FC7976}"/>
          </ac:spMkLst>
        </pc:spChg>
        <pc:spChg chg="mod">
          <ac:chgData name="shreeshad78@gmail.com" userId="107a606bde68a2f0" providerId="LiveId" clId="{FEAA28E0-1610-48CB-81E6-0284DD6F968B}" dt="2026-09-08T17:23:31.583" v="38" actId="255"/>
          <ac:spMkLst>
            <pc:docMk/>
            <pc:sldMk cId="4000696967" sldId="299"/>
            <ac:spMk id="3" creationId="{322462E8-EB3A-DA7D-44CB-4E757803A755}"/>
          </ac:spMkLst>
        </pc:spChg>
      </pc:sldChg>
      <pc:sldChg chg="addSp delSp modSp mod">
        <pc:chgData name="shreeshad78@gmail.com" userId="107a606bde68a2f0" providerId="LiveId" clId="{FEAA28E0-1610-48CB-81E6-0284DD6F968B}" dt="2026-09-08T17:24:29.942" v="47" actId="1076"/>
        <pc:sldMkLst>
          <pc:docMk/>
          <pc:sldMk cId="893417001" sldId="300"/>
        </pc:sldMkLst>
        <pc:spChg chg="del">
          <ac:chgData name="shreeshad78@gmail.com" userId="107a606bde68a2f0" providerId="LiveId" clId="{FEAA28E0-1610-48CB-81E6-0284DD6F968B}" dt="2026-09-08T17:23:51.745" v="43" actId="478"/>
          <ac:spMkLst>
            <pc:docMk/>
            <pc:sldMk cId="893417001" sldId="300"/>
            <ac:spMk id="5" creationId="{1BD576A0-BF64-32B6-1E59-49AA2C59C5CE}"/>
          </ac:spMkLst>
        </pc:spChg>
        <pc:spChg chg="add mod">
          <ac:chgData name="shreeshad78@gmail.com" userId="107a606bde68a2f0" providerId="LiveId" clId="{FEAA28E0-1610-48CB-81E6-0284DD6F968B}" dt="2026-09-08T17:24:29.942" v="47" actId="1076"/>
          <ac:spMkLst>
            <pc:docMk/>
            <pc:sldMk cId="893417001" sldId="300"/>
            <ac:spMk id="6" creationId="{D389A6DD-F97C-32D9-B0AA-938D9AA9C564}"/>
          </ac:spMkLst>
        </pc:spChg>
        <pc:spChg chg="del">
          <ac:chgData name="shreeshad78@gmail.com" userId="107a606bde68a2f0" providerId="LiveId" clId="{FEAA28E0-1610-48CB-81E6-0284DD6F968B}" dt="2026-09-08T17:23:43.553" v="40" actId="478"/>
          <ac:spMkLst>
            <pc:docMk/>
            <pc:sldMk cId="893417001" sldId="300"/>
            <ac:spMk id="14" creationId="{7B8E599E-5B1D-59CD-4F1D-CEF8D0CA327B}"/>
          </ac:spMkLst>
        </pc:spChg>
        <pc:spChg chg="del">
          <ac:chgData name="shreeshad78@gmail.com" userId="107a606bde68a2f0" providerId="LiveId" clId="{FEAA28E0-1610-48CB-81E6-0284DD6F968B}" dt="2026-09-08T17:23:48.553" v="42" actId="478"/>
          <ac:spMkLst>
            <pc:docMk/>
            <pc:sldMk cId="893417001" sldId="300"/>
            <ac:spMk id="15" creationId="{B22EA981-5113-2D05-C1A2-169306E1D47C}"/>
          </ac:spMkLst>
        </pc:spChg>
        <pc:spChg chg="mod">
          <ac:chgData name="shreeshad78@gmail.com" userId="107a606bde68a2f0" providerId="LiveId" clId="{FEAA28E0-1610-48CB-81E6-0284DD6F968B}" dt="2026-09-08T17:24:23.863" v="46" actId="1076"/>
          <ac:spMkLst>
            <pc:docMk/>
            <pc:sldMk cId="893417001" sldId="300"/>
            <ac:spMk id="278" creationId="{D62F03A8-A8A8-CB93-006E-7173DC866F6F}"/>
          </ac:spMkLst>
        </pc:spChg>
        <pc:picChg chg="add">
          <ac:chgData name="shreeshad78@gmail.com" userId="107a606bde68a2f0" providerId="LiveId" clId="{FEAA28E0-1610-48CB-81E6-0284DD6F968B}" dt="2026-09-08T17:24:02.945" v="44" actId="22"/>
          <ac:picMkLst>
            <pc:docMk/>
            <pc:sldMk cId="893417001" sldId="300"/>
            <ac:picMk id="3" creationId="{592AF53D-F075-A6A0-E777-5CF5EE5B5509}"/>
          </ac:picMkLst>
        </pc:picChg>
        <pc:picChg chg="del">
          <ac:chgData name="shreeshad78@gmail.com" userId="107a606bde68a2f0" providerId="LiveId" clId="{FEAA28E0-1610-48CB-81E6-0284DD6F968B}" dt="2026-09-08T17:23:41.757" v="39" actId="478"/>
          <ac:picMkLst>
            <pc:docMk/>
            <pc:sldMk cId="893417001" sldId="300"/>
            <ac:picMk id="12" creationId="{3E29AF1D-88C4-87E5-74DF-4E97121E06CE}"/>
          </ac:picMkLst>
        </pc:picChg>
        <pc:picChg chg="del">
          <ac:chgData name="shreeshad78@gmail.com" userId="107a606bde68a2f0" providerId="LiveId" clId="{FEAA28E0-1610-48CB-81E6-0284DD6F968B}" dt="2026-09-08T17:23:45.186" v="41" actId="478"/>
          <ac:picMkLst>
            <pc:docMk/>
            <pc:sldMk cId="893417001" sldId="300"/>
            <ac:picMk id="13" creationId="{C81444F5-0692-DD67-1759-70821E53B029}"/>
          </ac:picMkLst>
        </pc:picChg>
      </pc:sldChg>
      <pc:sldChg chg="addSp delSp modSp mod">
        <pc:chgData name="shreeshad78@gmail.com" userId="107a606bde68a2f0" providerId="LiveId" clId="{FEAA28E0-1610-48CB-81E6-0284DD6F968B}" dt="2026-09-08T17:28:47.435" v="74" actId="1076"/>
        <pc:sldMkLst>
          <pc:docMk/>
          <pc:sldMk cId="1429961814" sldId="301"/>
        </pc:sldMkLst>
        <pc:spChg chg="del">
          <ac:chgData name="shreeshad78@gmail.com" userId="107a606bde68a2f0" providerId="LiveId" clId="{FEAA28E0-1610-48CB-81E6-0284DD6F968B}" dt="2026-09-08T17:24:43.798" v="49" actId="478"/>
          <ac:spMkLst>
            <pc:docMk/>
            <pc:sldMk cId="1429961814" sldId="301"/>
            <ac:spMk id="2" creationId="{CCA977A3-5FA0-8FF5-E1D1-86C9ED676512}"/>
          </ac:spMkLst>
        </pc:spChg>
        <pc:spChg chg="mod">
          <ac:chgData name="shreeshad78@gmail.com" userId="107a606bde68a2f0" providerId="LiveId" clId="{FEAA28E0-1610-48CB-81E6-0284DD6F968B}" dt="2026-09-08T17:28:47.435" v="74" actId="1076"/>
          <ac:spMkLst>
            <pc:docMk/>
            <pc:sldMk cId="1429961814" sldId="301"/>
            <ac:spMk id="278" creationId="{78DA0257-5105-834D-150D-50732C7248D1}"/>
          </ac:spMkLst>
        </pc:spChg>
        <pc:picChg chg="del">
          <ac:chgData name="shreeshad78@gmail.com" userId="107a606bde68a2f0" providerId="LiveId" clId="{FEAA28E0-1610-48CB-81E6-0284DD6F968B}" dt="2026-09-08T17:24:39.894" v="48" actId="478"/>
          <ac:picMkLst>
            <pc:docMk/>
            <pc:sldMk cId="1429961814" sldId="301"/>
            <ac:picMk id="4" creationId="{E430EE8C-8F89-5938-483F-00452050511A}"/>
          </ac:picMkLst>
        </pc:picChg>
        <pc:picChg chg="add">
          <ac:chgData name="shreeshad78@gmail.com" userId="107a606bde68a2f0" providerId="LiveId" clId="{FEAA28E0-1610-48CB-81E6-0284DD6F968B}" dt="2026-09-08T17:24:56.487" v="50" actId="22"/>
          <ac:picMkLst>
            <pc:docMk/>
            <pc:sldMk cId="1429961814" sldId="301"/>
            <ac:picMk id="5" creationId="{440759E8-F42A-EA40-164B-872A9DA302BD}"/>
          </ac:picMkLst>
        </pc:picChg>
      </pc:sldChg>
      <pc:sldChg chg="addSp delSp modSp mod">
        <pc:chgData name="shreeshad78@gmail.com" userId="107a606bde68a2f0" providerId="LiveId" clId="{FEAA28E0-1610-48CB-81E6-0284DD6F968B}" dt="2026-09-08T17:33:14.710" v="115" actId="1076"/>
        <pc:sldMkLst>
          <pc:docMk/>
          <pc:sldMk cId="3585092305" sldId="302"/>
        </pc:sldMkLst>
        <pc:spChg chg="del">
          <ac:chgData name="shreeshad78@gmail.com" userId="107a606bde68a2f0" providerId="LiveId" clId="{FEAA28E0-1610-48CB-81E6-0284DD6F968B}" dt="2026-09-08T17:25:03.055" v="52" actId="478"/>
          <ac:spMkLst>
            <pc:docMk/>
            <pc:sldMk cId="3585092305" sldId="302"/>
            <ac:spMk id="2" creationId="{9692D13D-6B69-03D8-BA22-587B943A2572}"/>
          </ac:spMkLst>
        </pc:spChg>
        <pc:spChg chg="mod">
          <ac:chgData name="shreeshad78@gmail.com" userId="107a606bde68a2f0" providerId="LiveId" clId="{FEAA28E0-1610-48CB-81E6-0284DD6F968B}" dt="2026-09-08T17:29:35.782" v="81" actId="1076"/>
          <ac:spMkLst>
            <pc:docMk/>
            <pc:sldMk cId="3585092305" sldId="302"/>
            <ac:spMk id="278" creationId="{A5DD5E73-E4F8-AB1C-5A5A-D4EBAD6FD1B8}"/>
          </ac:spMkLst>
        </pc:spChg>
        <pc:picChg chg="add del">
          <ac:chgData name="shreeshad78@gmail.com" userId="107a606bde68a2f0" providerId="LiveId" clId="{FEAA28E0-1610-48CB-81E6-0284DD6F968B}" dt="2026-09-08T17:32:25.621" v="102" actId="478"/>
          <ac:picMkLst>
            <pc:docMk/>
            <pc:sldMk cId="3585092305" sldId="302"/>
            <ac:picMk id="4" creationId="{B6FB84B9-D3A0-5932-D116-252417256BCE}"/>
          </ac:picMkLst>
        </pc:picChg>
        <pc:picChg chg="del">
          <ac:chgData name="shreeshad78@gmail.com" userId="107a606bde68a2f0" providerId="LiveId" clId="{FEAA28E0-1610-48CB-81E6-0284DD6F968B}" dt="2026-09-08T17:25:00.051" v="51" actId="478"/>
          <ac:picMkLst>
            <pc:docMk/>
            <pc:sldMk cId="3585092305" sldId="302"/>
            <ac:picMk id="5" creationId="{146B9DE6-C4BB-B81B-528A-B8789445C3FE}"/>
          </ac:picMkLst>
        </pc:picChg>
        <pc:picChg chg="add mod">
          <ac:chgData name="shreeshad78@gmail.com" userId="107a606bde68a2f0" providerId="LiveId" clId="{FEAA28E0-1610-48CB-81E6-0284DD6F968B}" dt="2026-09-08T17:33:14.710" v="115" actId="1076"/>
          <ac:picMkLst>
            <pc:docMk/>
            <pc:sldMk cId="3585092305" sldId="302"/>
            <ac:picMk id="7" creationId="{0F823E2F-684D-D9CA-5CE8-8A9E587FD43C}"/>
          </ac:picMkLst>
        </pc:picChg>
      </pc:sldChg>
      <pc:sldChg chg="addSp delSp modSp mod">
        <pc:chgData name="shreeshad78@gmail.com" userId="107a606bde68a2f0" providerId="LiveId" clId="{FEAA28E0-1610-48CB-81E6-0284DD6F968B}" dt="2026-09-08T17:31:01.134" v="98" actId="113"/>
        <pc:sldMkLst>
          <pc:docMk/>
          <pc:sldMk cId="2601907186" sldId="303"/>
        </pc:sldMkLst>
        <pc:spChg chg="del">
          <ac:chgData name="shreeshad78@gmail.com" userId="107a606bde68a2f0" providerId="LiveId" clId="{FEAA28E0-1610-48CB-81E6-0284DD6F968B}" dt="2026-09-08T17:25:22.588" v="55" actId="478"/>
          <ac:spMkLst>
            <pc:docMk/>
            <pc:sldMk cId="2601907186" sldId="303"/>
            <ac:spMk id="2" creationId="{EB55001C-8880-8B09-8704-29D3F62E7A03}"/>
          </ac:spMkLst>
        </pc:spChg>
        <pc:spChg chg="mod">
          <ac:chgData name="shreeshad78@gmail.com" userId="107a606bde68a2f0" providerId="LiveId" clId="{FEAA28E0-1610-48CB-81E6-0284DD6F968B}" dt="2026-09-08T17:31:01.134" v="98" actId="113"/>
          <ac:spMkLst>
            <pc:docMk/>
            <pc:sldMk cId="2601907186" sldId="303"/>
            <ac:spMk id="278" creationId="{67AD5A0A-54A3-BC96-26BB-9C49B61555EC}"/>
          </ac:spMkLst>
        </pc:spChg>
        <pc:picChg chg="del">
          <ac:chgData name="shreeshad78@gmail.com" userId="107a606bde68a2f0" providerId="LiveId" clId="{FEAA28E0-1610-48CB-81E6-0284DD6F968B}" dt="2026-09-08T17:25:19.724" v="54" actId="478"/>
          <ac:picMkLst>
            <pc:docMk/>
            <pc:sldMk cId="2601907186" sldId="303"/>
            <ac:picMk id="4" creationId="{BA6C1B5E-405A-0E58-2397-353A88D82B9B}"/>
          </ac:picMkLst>
        </pc:picChg>
        <pc:picChg chg="add">
          <ac:chgData name="shreeshad78@gmail.com" userId="107a606bde68a2f0" providerId="LiveId" clId="{FEAA28E0-1610-48CB-81E6-0284DD6F968B}" dt="2026-09-08T17:25:31.780" v="56" actId="22"/>
          <ac:picMkLst>
            <pc:docMk/>
            <pc:sldMk cId="2601907186" sldId="303"/>
            <ac:picMk id="5" creationId="{6062CCEB-ADD3-D6DC-8265-17974A7924D9}"/>
          </ac:picMkLst>
        </pc:picChg>
      </pc:sldChg>
      <pc:sldChg chg="modSp mod">
        <pc:chgData name="shreeshad78@gmail.com" userId="107a606bde68a2f0" providerId="LiveId" clId="{FEAA28E0-1610-48CB-81E6-0284DD6F968B}" dt="2026-09-08T17:33:37.532" v="117" actId="1076"/>
        <pc:sldMkLst>
          <pc:docMk/>
          <pc:sldMk cId="2325282270" sldId="304"/>
        </pc:sldMkLst>
        <pc:spChg chg="mod">
          <ac:chgData name="shreeshad78@gmail.com" userId="107a606bde68a2f0" providerId="LiveId" clId="{FEAA28E0-1610-48CB-81E6-0284DD6F968B}" dt="2026-09-08T17:33:34.465" v="116" actId="1076"/>
          <ac:spMkLst>
            <pc:docMk/>
            <pc:sldMk cId="2325282270" sldId="304"/>
            <ac:spMk id="2" creationId="{6FA184BA-BCF2-3D7B-30D0-0F3CF30C161B}"/>
          </ac:spMkLst>
        </pc:spChg>
        <pc:spChg chg="mod">
          <ac:chgData name="shreeshad78@gmail.com" userId="107a606bde68a2f0" providerId="LiveId" clId="{FEAA28E0-1610-48CB-81E6-0284DD6F968B}" dt="2026-09-08T17:33:37.532" v="117" actId="1076"/>
          <ac:spMkLst>
            <pc:docMk/>
            <pc:sldMk cId="2325282270" sldId="304"/>
            <ac:spMk id="3" creationId="{ED65F54F-855A-0DB6-09A6-3212C5F7405B}"/>
          </ac:spMkLst>
        </pc:spChg>
      </pc:sldChg>
      <pc:sldChg chg="modSp mod">
        <pc:chgData name="shreeshad78@gmail.com" userId="107a606bde68a2f0" providerId="LiveId" clId="{FEAA28E0-1610-48CB-81E6-0284DD6F968B}" dt="2026-09-08T18:15:40.113" v="128" actId="20577"/>
        <pc:sldMkLst>
          <pc:docMk/>
          <pc:sldMk cId="4040412275" sldId="305"/>
        </pc:sldMkLst>
        <pc:spChg chg="mod">
          <ac:chgData name="shreeshad78@gmail.com" userId="107a606bde68a2f0" providerId="LiveId" clId="{FEAA28E0-1610-48CB-81E6-0284DD6F968B}" dt="2026-09-08T18:15:40.113" v="128" actId="20577"/>
          <ac:spMkLst>
            <pc:docMk/>
            <pc:sldMk cId="4040412275" sldId="305"/>
            <ac:spMk id="279" creationId="{3711AF54-94A6-B837-31EF-9A8C4ECB9AF6}"/>
          </ac:spMkLst>
        </pc:spChg>
      </pc:sldChg>
      <pc:sldChg chg="addSp delSp modSp mod">
        <pc:chgData name="shreeshad78@gmail.com" userId="107a606bde68a2f0" providerId="LiveId" clId="{FEAA28E0-1610-48CB-81E6-0284DD6F968B}" dt="2026-09-08T17:33:49.819" v="118" actId="1076"/>
        <pc:sldMkLst>
          <pc:docMk/>
          <pc:sldMk cId="740028465" sldId="306"/>
        </pc:sldMkLst>
        <pc:spChg chg="add">
          <ac:chgData name="shreeshad78@gmail.com" userId="107a606bde68a2f0" providerId="LiveId" clId="{FEAA28E0-1610-48CB-81E6-0284DD6F968B}" dt="2026-09-08T17:26:15.960" v="58" actId="22"/>
          <ac:spMkLst>
            <pc:docMk/>
            <pc:sldMk cId="740028465" sldId="306"/>
            <ac:spMk id="3" creationId="{43CBC534-12D7-B9E7-D296-CF8FC81E207D}"/>
          </ac:spMkLst>
        </pc:spChg>
        <pc:spChg chg="mod">
          <ac:chgData name="shreeshad78@gmail.com" userId="107a606bde68a2f0" providerId="LiveId" clId="{FEAA28E0-1610-48CB-81E6-0284DD6F968B}" dt="2026-09-08T17:33:49.819" v="118" actId="1076"/>
          <ac:spMkLst>
            <pc:docMk/>
            <pc:sldMk cId="740028465" sldId="306"/>
            <ac:spMk id="278" creationId="{0668C6FD-577A-7288-5642-1AFC22BD04F2}"/>
          </ac:spMkLst>
        </pc:spChg>
        <pc:spChg chg="del">
          <ac:chgData name="shreeshad78@gmail.com" userId="107a606bde68a2f0" providerId="LiveId" clId="{FEAA28E0-1610-48CB-81E6-0284DD6F968B}" dt="2026-09-08T17:26:14.898" v="57" actId="478"/>
          <ac:spMkLst>
            <pc:docMk/>
            <pc:sldMk cId="740028465" sldId="306"/>
            <ac:spMk id="279" creationId="{EAFA16CB-0A72-5AC5-69A0-ABF4A752B43F}"/>
          </ac:spMkLst>
        </pc:spChg>
      </pc:sldChg>
      <pc:sldChg chg="addSp delSp mod">
        <pc:chgData name="shreeshad78@gmail.com" userId="107a606bde68a2f0" providerId="LiveId" clId="{FEAA28E0-1610-48CB-81E6-0284DD6F968B}" dt="2026-09-08T17:27:08.434" v="62" actId="22"/>
        <pc:sldMkLst>
          <pc:docMk/>
          <pc:sldMk cId="2833482715" sldId="307"/>
        </pc:sldMkLst>
        <pc:spChg chg="del">
          <ac:chgData name="shreeshad78@gmail.com" userId="107a606bde68a2f0" providerId="LiveId" clId="{FEAA28E0-1610-48CB-81E6-0284DD6F968B}" dt="2026-09-08T17:26:58.729" v="61" actId="478"/>
          <ac:spMkLst>
            <pc:docMk/>
            <pc:sldMk cId="2833482715" sldId="307"/>
            <ac:spMk id="3" creationId="{4837D5EE-379B-FDC5-0854-8AC81D31FADF}"/>
          </ac:spMkLst>
        </pc:spChg>
        <pc:spChg chg="add">
          <ac:chgData name="shreeshad78@gmail.com" userId="107a606bde68a2f0" providerId="LiveId" clId="{FEAA28E0-1610-48CB-81E6-0284DD6F968B}" dt="2026-09-08T17:27:08.434" v="62" actId="22"/>
          <ac:spMkLst>
            <pc:docMk/>
            <pc:sldMk cId="2833482715" sldId="307"/>
            <ac:spMk id="10" creationId="{B9AC1379-39E6-0CCC-3C46-D9285B75ED62}"/>
          </ac:spMkLst>
        </pc:spChg>
        <pc:grpChg chg="del">
          <ac:chgData name="shreeshad78@gmail.com" userId="107a606bde68a2f0" providerId="LiveId" clId="{FEAA28E0-1610-48CB-81E6-0284DD6F968B}" dt="2026-09-08T17:26:30.173" v="59" actId="478"/>
          <ac:grpSpMkLst>
            <pc:docMk/>
            <pc:sldMk cId="2833482715" sldId="307"/>
            <ac:grpSpMk id="8" creationId="{F8E1A664-937F-0995-A503-E9C101158D8C}"/>
          </ac:grpSpMkLst>
        </pc:grpChg>
        <pc:picChg chg="add">
          <ac:chgData name="shreeshad78@gmail.com" userId="107a606bde68a2f0" providerId="LiveId" clId="{FEAA28E0-1610-48CB-81E6-0284DD6F968B}" dt="2026-09-08T17:26:54.837" v="60" actId="22"/>
          <ac:picMkLst>
            <pc:docMk/>
            <pc:sldMk cId="2833482715" sldId="307"/>
            <ac:picMk id="4" creationId="{95146D1F-0079-AAD5-7BF9-130C0B7AD53A}"/>
          </ac:picMkLst>
        </pc:picChg>
      </pc:sldChg>
      <pc:sldChg chg="addSp delSp mod">
        <pc:chgData name="shreeshad78@gmail.com" userId="107a606bde68a2f0" providerId="LiveId" clId="{FEAA28E0-1610-48CB-81E6-0284DD6F968B}" dt="2026-09-08T17:27:41.856" v="66" actId="22"/>
        <pc:sldMkLst>
          <pc:docMk/>
          <pc:sldMk cId="4175177701" sldId="308"/>
        </pc:sldMkLst>
        <pc:spChg chg="del">
          <ac:chgData name="shreeshad78@gmail.com" userId="107a606bde68a2f0" providerId="LiveId" clId="{FEAA28E0-1610-48CB-81E6-0284DD6F968B}" dt="2026-09-08T17:27:18.801" v="64" actId="478"/>
          <ac:spMkLst>
            <pc:docMk/>
            <pc:sldMk cId="4175177701" sldId="308"/>
            <ac:spMk id="6" creationId="{C0D36B1A-26C2-CD55-1032-4CB5E4EDF305}"/>
          </ac:spMkLst>
        </pc:spChg>
        <pc:spChg chg="add">
          <ac:chgData name="shreeshad78@gmail.com" userId="107a606bde68a2f0" providerId="LiveId" clId="{FEAA28E0-1610-48CB-81E6-0284DD6F968B}" dt="2026-09-08T17:27:41.856" v="66" actId="22"/>
          <ac:spMkLst>
            <pc:docMk/>
            <pc:sldMk cId="4175177701" sldId="308"/>
            <ac:spMk id="8" creationId="{3BC46E8F-E9B7-E796-2E21-F675A4690962}"/>
          </ac:spMkLst>
        </pc:spChg>
        <pc:picChg chg="add">
          <ac:chgData name="shreeshad78@gmail.com" userId="107a606bde68a2f0" providerId="LiveId" clId="{FEAA28E0-1610-48CB-81E6-0284DD6F968B}" dt="2026-09-08T17:27:29.638" v="65" actId="22"/>
          <ac:picMkLst>
            <pc:docMk/>
            <pc:sldMk cId="4175177701" sldId="308"/>
            <ac:picMk id="3" creationId="{12FF69F5-31D4-1270-7EC4-E63B08EDFFC5}"/>
          </ac:picMkLst>
        </pc:picChg>
        <pc:picChg chg="del">
          <ac:chgData name="shreeshad78@gmail.com" userId="107a606bde68a2f0" providerId="LiveId" clId="{FEAA28E0-1610-48CB-81E6-0284DD6F968B}" dt="2026-09-08T17:27:12.525" v="63" actId="478"/>
          <ac:picMkLst>
            <pc:docMk/>
            <pc:sldMk cId="4175177701" sldId="308"/>
            <ac:picMk id="4" creationId="{099C3698-991D-7A38-C456-893C84C23FC9}"/>
          </ac:picMkLst>
        </pc:picChg>
      </pc:sldChg>
      <pc:sldChg chg="addSp delSp modSp add mod">
        <pc:chgData name="shreeshad78@gmail.com" userId="107a606bde68a2f0" providerId="LiveId" clId="{FEAA28E0-1610-48CB-81E6-0284DD6F968B}" dt="2026-09-08T17:32:42.991" v="110" actId="20577"/>
        <pc:sldMkLst>
          <pc:docMk/>
          <pc:sldMk cId="4269429141" sldId="310"/>
        </pc:sldMkLst>
        <pc:spChg chg="mod">
          <ac:chgData name="shreeshad78@gmail.com" userId="107a606bde68a2f0" providerId="LiveId" clId="{FEAA28E0-1610-48CB-81E6-0284DD6F968B}" dt="2026-09-08T17:32:42.991" v="110" actId="20577"/>
          <ac:spMkLst>
            <pc:docMk/>
            <pc:sldMk cId="4269429141" sldId="310"/>
            <ac:spMk id="278" creationId="{632DB2D3-231B-AA58-E5A0-6A565BB5DE7A}"/>
          </ac:spMkLst>
        </pc:spChg>
        <pc:picChg chg="add">
          <ac:chgData name="shreeshad78@gmail.com" userId="107a606bde68a2f0" providerId="LiveId" clId="{FEAA28E0-1610-48CB-81E6-0284DD6F968B}" dt="2026-09-08T17:32:19.572" v="101" actId="22"/>
          <ac:picMkLst>
            <pc:docMk/>
            <pc:sldMk cId="4269429141" sldId="310"/>
            <ac:picMk id="3" creationId="{2BDE608D-C1B7-5FC6-5E38-804A5938F393}"/>
          </ac:picMkLst>
        </pc:picChg>
        <pc:picChg chg="del">
          <ac:chgData name="shreeshad78@gmail.com" userId="107a606bde68a2f0" providerId="LiveId" clId="{FEAA28E0-1610-48CB-81E6-0284DD6F968B}" dt="2026-09-08T17:31:24.352" v="100" actId="478"/>
          <ac:picMkLst>
            <pc:docMk/>
            <pc:sldMk cId="4269429141" sldId="310"/>
            <ac:picMk id="4" creationId="{C8478DC2-34A7-6087-2798-AAA494177BCD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" name="Google Shape;89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48C2B95B-FB15-C156-6AF1-35B3581816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3:notes">
            <a:extLst>
              <a:ext uri="{FF2B5EF4-FFF2-40B4-BE49-F238E27FC236}">
                <a16:creationId xmlns:a16="http://schemas.microsoft.com/office/drawing/2014/main" id="{770A13E9-BC77-63DA-E106-A3FA8022811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3:notes">
            <a:extLst>
              <a:ext uri="{FF2B5EF4-FFF2-40B4-BE49-F238E27FC236}">
                <a16:creationId xmlns:a16="http://schemas.microsoft.com/office/drawing/2014/main" id="{29067B0F-2F4F-7081-A661-0AE31BFBB78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60554109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E37D20EF-0791-5303-F96E-0F0C1B50B7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3:notes">
            <a:extLst>
              <a:ext uri="{FF2B5EF4-FFF2-40B4-BE49-F238E27FC236}">
                <a16:creationId xmlns:a16="http://schemas.microsoft.com/office/drawing/2014/main" id="{9DCBA8EB-6D71-7B5E-841C-4BFFBDA5F1B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3:notes">
            <a:extLst>
              <a:ext uri="{FF2B5EF4-FFF2-40B4-BE49-F238E27FC236}">
                <a16:creationId xmlns:a16="http://schemas.microsoft.com/office/drawing/2014/main" id="{5C2CD162-5BE5-06C8-E06C-B4A49D4BCFF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33135405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">
          <a:extLst>
            <a:ext uri="{FF2B5EF4-FFF2-40B4-BE49-F238E27FC236}">
              <a16:creationId xmlns:a16="http://schemas.microsoft.com/office/drawing/2014/main" id="{11626E4B-E119-2382-6F8F-518641144E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10:notes">
            <a:extLst>
              <a:ext uri="{FF2B5EF4-FFF2-40B4-BE49-F238E27FC236}">
                <a16:creationId xmlns:a16="http://schemas.microsoft.com/office/drawing/2014/main" id="{01A6FF9F-971F-6CD8-61F5-25638A5985F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9" name="Google Shape;199;p10:notes">
            <a:extLst>
              <a:ext uri="{FF2B5EF4-FFF2-40B4-BE49-F238E27FC236}">
                <a16:creationId xmlns:a16="http://schemas.microsoft.com/office/drawing/2014/main" id="{C8EB5C80-6A4B-AE05-9BE0-03B5AF5C22A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8273657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">
          <a:extLst>
            <a:ext uri="{FF2B5EF4-FFF2-40B4-BE49-F238E27FC236}">
              <a16:creationId xmlns:a16="http://schemas.microsoft.com/office/drawing/2014/main" id="{59B870D7-ED5B-C7CD-FB99-2991954CAA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5:notes">
            <a:extLst>
              <a:ext uri="{FF2B5EF4-FFF2-40B4-BE49-F238E27FC236}">
                <a16:creationId xmlns:a16="http://schemas.microsoft.com/office/drawing/2014/main" id="{C8B270BB-F67C-52E3-249C-6FE0C237CA9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0" name="Google Shape;130;p5:notes">
            <a:extLst>
              <a:ext uri="{FF2B5EF4-FFF2-40B4-BE49-F238E27FC236}">
                <a16:creationId xmlns:a16="http://schemas.microsoft.com/office/drawing/2014/main" id="{151B863E-6240-36E9-EB23-2DAA667D251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7985781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>
          <a:extLst>
            <a:ext uri="{FF2B5EF4-FFF2-40B4-BE49-F238E27FC236}">
              <a16:creationId xmlns:a16="http://schemas.microsoft.com/office/drawing/2014/main" id="{279463AA-D7FA-5F7E-C4D0-06BDEDCBB9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7:notes">
            <a:extLst>
              <a:ext uri="{FF2B5EF4-FFF2-40B4-BE49-F238E27FC236}">
                <a16:creationId xmlns:a16="http://schemas.microsoft.com/office/drawing/2014/main" id="{A84E3171-2C5C-8738-5718-5608CE1B13A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p7:notes">
            <a:extLst>
              <a:ext uri="{FF2B5EF4-FFF2-40B4-BE49-F238E27FC236}">
                <a16:creationId xmlns:a16="http://schemas.microsoft.com/office/drawing/2014/main" id="{E16E406D-2512-5EF2-0167-6C895346954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3496662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0" name="Google Shape;190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>
          <a:extLst>
            <a:ext uri="{FF2B5EF4-FFF2-40B4-BE49-F238E27FC236}">
              <a16:creationId xmlns:a16="http://schemas.microsoft.com/office/drawing/2014/main" id="{FB18EFA4-CD13-16C4-504B-6DB7E86CE0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8:notes">
            <a:extLst>
              <a:ext uri="{FF2B5EF4-FFF2-40B4-BE49-F238E27FC236}">
                <a16:creationId xmlns:a16="http://schemas.microsoft.com/office/drawing/2014/main" id="{E8E16183-6BFA-E60A-1235-F3BFB1B1F6E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18:notes">
            <a:extLst>
              <a:ext uri="{FF2B5EF4-FFF2-40B4-BE49-F238E27FC236}">
                <a16:creationId xmlns:a16="http://schemas.microsoft.com/office/drawing/2014/main" id="{C4420B06-3455-3F20-5E28-90535F24DA2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6517532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>
          <a:extLst>
            <a:ext uri="{FF2B5EF4-FFF2-40B4-BE49-F238E27FC236}">
              <a16:creationId xmlns:a16="http://schemas.microsoft.com/office/drawing/2014/main" id="{8E9CB32A-B328-07DF-4F33-E0118C920B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8:notes">
            <a:extLst>
              <a:ext uri="{FF2B5EF4-FFF2-40B4-BE49-F238E27FC236}">
                <a16:creationId xmlns:a16="http://schemas.microsoft.com/office/drawing/2014/main" id="{8BD392DC-EA03-14B5-7A53-AC36124B41C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18:notes">
            <a:extLst>
              <a:ext uri="{FF2B5EF4-FFF2-40B4-BE49-F238E27FC236}">
                <a16:creationId xmlns:a16="http://schemas.microsoft.com/office/drawing/2014/main" id="{F90BE8D5-07EC-73D0-0A62-4778024FF05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8420779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>
          <a:extLst>
            <a:ext uri="{FF2B5EF4-FFF2-40B4-BE49-F238E27FC236}">
              <a16:creationId xmlns:a16="http://schemas.microsoft.com/office/drawing/2014/main" id="{4F18774C-544B-0071-4FA9-86D0ADEC5A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8:notes">
            <a:extLst>
              <a:ext uri="{FF2B5EF4-FFF2-40B4-BE49-F238E27FC236}">
                <a16:creationId xmlns:a16="http://schemas.microsoft.com/office/drawing/2014/main" id="{68645894-EE59-A5F4-D411-C82EB564E1C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18:notes">
            <a:extLst>
              <a:ext uri="{FF2B5EF4-FFF2-40B4-BE49-F238E27FC236}">
                <a16:creationId xmlns:a16="http://schemas.microsoft.com/office/drawing/2014/main" id="{FEE489F0-0910-6D8B-0254-C25DB088272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7735855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>
          <a:extLst>
            <a:ext uri="{FF2B5EF4-FFF2-40B4-BE49-F238E27FC236}">
              <a16:creationId xmlns:a16="http://schemas.microsoft.com/office/drawing/2014/main" id="{B127E23F-C83E-1DEF-EF77-67B9AD3042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8:notes">
            <a:extLst>
              <a:ext uri="{FF2B5EF4-FFF2-40B4-BE49-F238E27FC236}">
                <a16:creationId xmlns:a16="http://schemas.microsoft.com/office/drawing/2014/main" id="{3448CBB9-5172-0C06-0DB5-3030F5B1267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18:notes">
            <a:extLst>
              <a:ext uri="{FF2B5EF4-FFF2-40B4-BE49-F238E27FC236}">
                <a16:creationId xmlns:a16="http://schemas.microsoft.com/office/drawing/2014/main" id="{EE58A517-6964-28A4-681B-45B677AA737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02109875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>
          <a:extLst>
            <a:ext uri="{FF2B5EF4-FFF2-40B4-BE49-F238E27FC236}">
              <a16:creationId xmlns:a16="http://schemas.microsoft.com/office/drawing/2014/main" id="{BB47F127-39C9-4CE0-52A6-66BD53AE96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8:notes">
            <a:extLst>
              <a:ext uri="{FF2B5EF4-FFF2-40B4-BE49-F238E27FC236}">
                <a16:creationId xmlns:a16="http://schemas.microsoft.com/office/drawing/2014/main" id="{57CB72F8-8B0E-1466-D091-917F3E75592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18:notes">
            <a:extLst>
              <a:ext uri="{FF2B5EF4-FFF2-40B4-BE49-F238E27FC236}">
                <a16:creationId xmlns:a16="http://schemas.microsoft.com/office/drawing/2014/main" id="{1CEA3A31-DD75-5F0D-19FB-8192F5E7F99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94587127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">
          <a:extLst>
            <a:ext uri="{FF2B5EF4-FFF2-40B4-BE49-F238E27FC236}">
              <a16:creationId xmlns:a16="http://schemas.microsoft.com/office/drawing/2014/main" id="{C2F88CF5-D0C3-0228-6C1A-E849738B9B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10:notes">
            <a:extLst>
              <a:ext uri="{FF2B5EF4-FFF2-40B4-BE49-F238E27FC236}">
                <a16:creationId xmlns:a16="http://schemas.microsoft.com/office/drawing/2014/main" id="{15C41DBA-EB5E-9EB1-28D2-68EF3081A29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9" name="Google Shape;199;p10:notes">
            <a:extLst>
              <a:ext uri="{FF2B5EF4-FFF2-40B4-BE49-F238E27FC236}">
                <a16:creationId xmlns:a16="http://schemas.microsoft.com/office/drawing/2014/main" id="{9AACA92E-BC74-25E5-B8D5-2E658F81C2F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5758711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>
          <a:extLst>
            <a:ext uri="{FF2B5EF4-FFF2-40B4-BE49-F238E27FC236}">
              <a16:creationId xmlns:a16="http://schemas.microsoft.com/office/drawing/2014/main" id="{A795C14E-5D6A-39A3-2018-2C72BB451B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8:notes">
            <a:extLst>
              <a:ext uri="{FF2B5EF4-FFF2-40B4-BE49-F238E27FC236}">
                <a16:creationId xmlns:a16="http://schemas.microsoft.com/office/drawing/2014/main" id="{85B8BB2F-0927-3841-AC64-CC67B503586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18:notes">
            <a:extLst>
              <a:ext uri="{FF2B5EF4-FFF2-40B4-BE49-F238E27FC236}">
                <a16:creationId xmlns:a16="http://schemas.microsoft.com/office/drawing/2014/main" id="{58797E72-A3BC-0A49-07C4-DE7FDA75236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5207868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>
          <a:extLst>
            <a:ext uri="{FF2B5EF4-FFF2-40B4-BE49-F238E27FC236}">
              <a16:creationId xmlns:a16="http://schemas.microsoft.com/office/drawing/2014/main" id="{466C47D1-19F6-52AF-3914-DD3C990589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8:notes">
            <a:extLst>
              <a:ext uri="{FF2B5EF4-FFF2-40B4-BE49-F238E27FC236}">
                <a16:creationId xmlns:a16="http://schemas.microsoft.com/office/drawing/2014/main" id="{ACA1F779-4C2B-4CD1-FBDD-A40F0A32234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18:notes">
            <a:extLst>
              <a:ext uri="{FF2B5EF4-FFF2-40B4-BE49-F238E27FC236}">
                <a16:creationId xmlns:a16="http://schemas.microsoft.com/office/drawing/2014/main" id="{40004D30-6E86-E263-D5DA-7577B1C759B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2216939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5" name="Google Shape;305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2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2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" name="Google Shape;20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24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24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2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2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2" name="Google Shape;32;p25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" name="Google Shape;33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26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26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9" name="Google Shape;39;p26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26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1" name="Google Shape;41;p26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2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2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2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2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2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2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2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2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2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9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29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29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58" name="Google Shape;58;p2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2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2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30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30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30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5" name="Google Shape;65;p3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3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3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3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31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3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3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3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32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32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3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3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3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2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F97BF8-B3EC-77A2-9BFD-D66830272D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6600" b="1"/>
              <a:t>IBM University Engagement Project Submission</a:t>
            </a:r>
            <a:br>
              <a:rPr lang="en-US" b="1"/>
            </a:b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AB85A1-2169-FF43-3E91-E2E8ADA742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14730" y="3903663"/>
            <a:ext cx="10515600" cy="1500187"/>
          </a:xfrm>
        </p:spPr>
        <p:txBody>
          <a:bodyPr/>
          <a:lstStyle/>
          <a:p>
            <a:pPr algn="ctr"/>
            <a:r>
              <a:rPr lang="en-US" b="1" i="1"/>
              <a:t>“Exploring the Power of Agentic AI with IBM Granite and IBM Bob”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285595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"/>
          <p:cNvSpPr/>
          <p:nvPr/>
        </p:nvSpPr>
        <p:spPr>
          <a:xfrm>
            <a:off x="690624" y="4425370"/>
            <a:ext cx="10795794" cy="1992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</a:pPr>
            <a:endParaRPr sz="15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5" name="Google Shape;95;p2"/>
          <p:cNvSpPr txBox="1"/>
          <p:nvPr/>
        </p:nvSpPr>
        <p:spPr>
          <a:xfrm>
            <a:off x="1102321" y="1174639"/>
            <a:ext cx="7426406" cy="4515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3200"/>
              <a:buFont typeface="Times New Roman"/>
              <a:buNone/>
            </a:pPr>
            <a:endParaRPr sz="3200" b="1" i="0" u="none" strike="noStrike" cap="none">
              <a:solidFill>
                <a:srgbClr val="00206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graphicFrame>
        <p:nvGraphicFramePr>
          <p:cNvPr id="96" name="Google Shape;96;p2"/>
          <p:cNvGraphicFramePr/>
          <p:nvPr/>
        </p:nvGraphicFramePr>
        <p:xfrm>
          <a:off x="1299257" y="2600315"/>
          <a:ext cx="9394989" cy="2167128"/>
        </p:xfrm>
        <a:graphic>
          <a:graphicData uri="http://schemas.openxmlformats.org/drawingml/2006/table">
            <a:tbl>
              <a:tblPr>
                <a:noFill/>
                <a:tableStyleId>{0AAD8F4D-43EB-41E5-8A38-28AB6DFB1B60}</a:tableStyleId>
              </a:tblPr>
              <a:tblGrid>
                <a:gridCol w="206486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4337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4337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44337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97323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/>
                        <a:t>Student Name</a:t>
                      </a:r>
                      <a:endParaRPr sz="1800" u="none" strike="noStrike" cap="none"/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/>
                        <a:t>Recent Passport Photo</a:t>
                      </a:r>
                      <a:endParaRPr sz="1800" u="none" strike="noStrike" cap="none"/>
                    </a:p>
                  </a:txBody>
                  <a:tcPr marL="91450" marR="91450" marT="45725" marB="45725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Calibri"/>
                          <a:cs typeface="Arial"/>
                          <a:sym typeface="Calibri"/>
                        </a:rPr>
                        <a:t>Email ID </a:t>
                      </a:r>
                      <a:endParaRPr sz="1800" b="0" i="0" u="none" strike="noStrike" cap="none"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18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Calibri"/>
                          <a:cs typeface="Arial"/>
                          <a:sym typeface="Calibri"/>
                        </a:rPr>
                        <a:t>Mobile number</a:t>
                      </a:r>
                      <a:endParaRPr sz="1800" b="0" i="0" u="none" strike="noStrike" cap="none"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18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Calibri"/>
                          <a:cs typeface="Arial"/>
                          <a:sym typeface="Calibri"/>
                        </a:rPr>
                        <a:t>[WhatsApp] </a:t>
                      </a:r>
                      <a:endParaRPr sz="1800" b="0" i="0" u="none" strike="noStrike" cap="none"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B9B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93891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50" marR="91450" marT="45725" marB="45725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E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/>
                    </a:p>
                  </a:txBody>
                  <a:tcPr marL="91450" marR="91450" marT="45725" marB="45725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E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50" marR="91450" marT="45725" marB="45725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E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50" marR="91450" marT="45725" marB="45725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A828B9EF-C084-F5D4-CA27-75AF7D995640}"/>
              </a:ext>
            </a:extLst>
          </p:cNvPr>
          <p:cNvSpPr txBox="1"/>
          <p:nvPr/>
        </p:nvSpPr>
        <p:spPr>
          <a:xfrm>
            <a:off x="1206164" y="1460724"/>
            <a:ext cx="1028025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Domain of  Project – Education</a:t>
            </a:r>
            <a:endParaRPr lang="en-IN" sz="2400" b="1" dirty="0">
              <a:highlight>
                <a:srgbClr val="FFFF00"/>
              </a:highlight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D723CA3-EC2D-165A-F109-3759C4E9C8A4}"/>
              </a:ext>
            </a:extLst>
          </p:cNvPr>
          <p:cNvSpPr txBox="1"/>
          <p:nvPr/>
        </p:nvSpPr>
        <p:spPr>
          <a:xfrm>
            <a:off x="1206162" y="551965"/>
            <a:ext cx="958117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Project Tile – </a:t>
            </a:r>
            <a:r>
              <a:rPr lang="en-IN" sz="2400" b="1" dirty="0"/>
              <a:t>AI Lab Manual &amp; Experiment Generator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43E1BFD-0DD8-49B0-C317-1577545FC3E6}"/>
              </a:ext>
            </a:extLst>
          </p:cNvPr>
          <p:cNvSpPr txBox="1"/>
          <p:nvPr/>
        </p:nvSpPr>
        <p:spPr>
          <a:xfrm>
            <a:off x="1717187" y="3954656"/>
            <a:ext cx="14453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/>
              <a:t>Shreesha 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5995DFE-C134-4068-4ECD-76E6D17DFD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8206" y="3671680"/>
            <a:ext cx="866757" cy="100685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98D023E-550F-8DDA-D14B-A30849214372}"/>
              </a:ext>
            </a:extLst>
          </p:cNvPr>
          <p:cNvSpPr txBox="1"/>
          <p:nvPr/>
        </p:nvSpPr>
        <p:spPr>
          <a:xfrm>
            <a:off x="5867135" y="3954656"/>
            <a:ext cx="23428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/>
              <a:t>shreeshad78@gmail.com</a:t>
            </a:r>
          </a:p>
          <a:p>
            <a:endParaRPr lang="en-IN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FBF4A3B-B09C-C29C-963A-46806E759D0D}"/>
              </a:ext>
            </a:extLst>
          </p:cNvPr>
          <p:cNvSpPr txBox="1"/>
          <p:nvPr/>
        </p:nvSpPr>
        <p:spPr>
          <a:xfrm>
            <a:off x="8868696" y="3908012"/>
            <a:ext cx="21434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/>
              <a:t>8197463450</a:t>
            </a:r>
          </a:p>
        </p:txBody>
      </p:sp>
    </p:spTree>
    <p:extLst>
      <p:ext uri="{BB962C8B-B14F-4D97-AF65-F5344CB8AC3E}">
        <p14:creationId xmlns:p14="http://schemas.microsoft.com/office/powerpoint/2010/main" val="9523178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F4C0A7C6-2888-EA53-35AB-4072E6B1FD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6F6745E-14BA-0766-CE1E-32E29663832D}"/>
              </a:ext>
            </a:extLst>
          </p:cNvPr>
          <p:cNvSpPr txBox="1"/>
          <p:nvPr/>
        </p:nvSpPr>
        <p:spPr>
          <a:xfrm>
            <a:off x="576072" y="751344"/>
            <a:ext cx="10607040" cy="54322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/>
            <a:r>
              <a:rPr lang="en-US" sz="2000" b="1" dirty="0"/>
              <a:t>Problem Statement : </a:t>
            </a:r>
            <a:r>
              <a:rPr lang="en-IN" sz="2000" b="1" dirty="0"/>
              <a:t>AI Lab Manual &amp; Experiment Generator</a:t>
            </a:r>
            <a:endParaRPr lang="en-US" sz="2000" b="1" dirty="0"/>
          </a:p>
          <a:p>
            <a:pPr fontAlgn="base"/>
            <a:endParaRPr lang="en-US" b="1" dirty="0"/>
          </a:p>
          <a:p>
            <a:pPr fontAlgn="base"/>
            <a:r>
              <a:rPr lang="en-US" sz="1500" b="1" dirty="0"/>
              <a:t>The Challenge</a:t>
            </a:r>
            <a:r>
              <a:rPr lang="en-US" sz="1500" dirty="0"/>
              <a:t> </a:t>
            </a:r>
          </a:p>
          <a:p>
            <a:pPr fontAlgn="base"/>
            <a:r>
              <a:rPr lang="en-IN" sz="1500" dirty="0"/>
              <a:t>Students often struggle with </a:t>
            </a:r>
            <a:r>
              <a:rPr lang="en-IN" sz="1500" b="1" dirty="0"/>
              <a:t>creating structured lab manuals, understanding complex experiments, preparing for viva questions, and evaluating their practical work</a:t>
            </a:r>
            <a:r>
              <a:rPr lang="en-IN" sz="1500" dirty="0"/>
              <a:t>. Lab content is scattered across different resources, making it difficult to quickly obtain </a:t>
            </a:r>
            <a:r>
              <a:rPr lang="en-IN" sz="1500" b="1" dirty="0"/>
              <a:t>reliable, experiment-specific guidance</a:t>
            </a:r>
            <a:r>
              <a:rPr lang="en-IN" sz="1500" dirty="0"/>
              <a:t>. Traditional lab preparation also provides limited opportunities for interactive experimentation and personalized learning.</a:t>
            </a:r>
          </a:p>
          <a:p>
            <a:pPr fontAlgn="base"/>
            <a:endParaRPr lang="en-US" dirty="0"/>
          </a:p>
          <a:p>
            <a:pPr fontAlgn="base"/>
            <a:r>
              <a:rPr lang="en-US" sz="1500" b="1" dirty="0"/>
              <a:t>The Objective</a:t>
            </a:r>
            <a:r>
              <a:rPr lang="en-US" sz="1500" dirty="0"/>
              <a:t> </a:t>
            </a:r>
          </a:p>
          <a:p>
            <a:r>
              <a:rPr lang="en-IN" sz="1500" dirty="0"/>
              <a:t>Build an </a:t>
            </a:r>
            <a:r>
              <a:rPr lang="en-IN" sz="1500" b="1" dirty="0"/>
              <a:t>AI-powered Lab Assistant</a:t>
            </a:r>
            <a:r>
              <a:rPr lang="en-IN" sz="1500" dirty="0"/>
              <a:t> that helps students generate, understand, and practice computer science experiments. The solution should:</a:t>
            </a:r>
          </a:p>
          <a:p>
            <a:r>
              <a:rPr lang="en-IN" sz="1500" dirty="0"/>
              <a:t>• </a:t>
            </a:r>
            <a:r>
              <a:rPr lang="en-IN" sz="1500" b="1" dirty="0"/>
              <a:t>AI Lab Manual Generation</a:t>
            </a:r>
            <a:r>
              <a:rPr lang="en-IN" sz="1500" dirty="0"/>
              <a:t> – Generate structured manuals with aim, theory, requirements, procedure, code, expected output, precautions, viva questions, and evaluation rubric.</a:t>
            </a:r>
          </a:p>
          <a:p>
            <a:r>
              <a:rPr lang="en-IN" sz="1500" dirty="0"/>
              <a:t>• </a:t>
            </a:r>
            <a:r>
              <a:rPr lang="en-IN" sz="1500" b="1" dirty="0"/>
              <a:t>RAG Knowledge Retrieval</a:t>
            </a:r>
            <a:r>
              <a:rPr lang="en-IN" sz="1500" dirty="0"/>
              <a:t> – Retrieve relevant information from a curated laboratory knowledge base to provide more grounded and topic-specific responses.</a:t>
            </a:r>
          </a:p>
          <a:p>
            <a:r>
              <a:rPr lang="en-IN" sz="1500" dirty="0"/>
              <a:t>• </a:t>
            </a:r>
            <a:r>
              <a:rPr lang="en-IN" sz="1500" b="1" dirty="0"/>
              <a:t>AI Learning Tutor</a:t>
            </a:r>
            <a:r>
              <a:rPr lang="en-IN" sz="1500" dirty="0"/>
              <a:t> – Allow students to ask questions and receive simplified explanations and guidance using </a:t>
            </a:r>
            <a:r>
              <a:rPr lang="en-IN" sz="1500" b="1" dirty="0"/>
              <a:t>IBM Granite</a:t>
            </a:r>
            <a:r>
              <a:rPr lang="en-IN" sz="1500" dirty="0"/>
              <a:t>.</a:t>
            </a:r>
          </a:p>
          <a:p>
            <a:r>
              <a:rPr lang="en-IN" sz="1500" dirty="0"/>
              <a:t>• </a:t>
            </a:r>
            <a:r>
              <a:rPr lang="en-IN" sz="1500" b="1" dirty="0"/>
              <a:t>Interactive Virtual Lab</a:t>
            </a:r>
            <a:r>
              <a:rPr lang="en-IN" sz="1500" dirty="0"/>
              <a:t> – Provide hands-on simulations for algorithms such as </a:t>
            </a:r>
            <a:r>
              <a:rPr lang="en-IN" sz="1500" b="1" dirty="0"/>
              <a:t>K-Means Clustering and Binary Search</a:t>
            </a:r>
            <a:r>
              <a:rPr lang="en-IN" sz="1500" dirty="0"/>
              <a:t> with step-by-step execution.</a:t>
            </a:r>
          </a:p>
          <a:p>
            <a:r>
              <a:rPr lang="en-IN" sz="1500" dirty="0"/>
              <a:t>• </a:t>
            </a:r>
            <a:r>
              <a:rPr lang="en-IN" sz="1500" b="1" dirty="0"/>
              <a:t>Automated Evaluation Support</a:t>
            </a:r>
            <a:r>
              <a:rPr lang="en-IN" sz="1500" dirty="0"/>
              <a:t> – Generate structured </a:t>
            </a:r>
            <a:r>
              <a:rPr lang="en-IN" sz="1500" b="1" dirty="0"/>
              <a:t>viva questions and 100-mark evaluation rubrics</a:t>
            </a:r>
            <a:r>
              <a:rPr lang="en-IN" sz="1500" dirty="0"/>
              <a:t> for practical assessment.</a:t>
            </a:r>
          </a:p>
          <a:p>
            <a:r>
              <a:rPr lang="en-IN" sz="1500" dirty="0"/>
              <a:t>• </a:t>
            </a:r>
            <a:r>
              <a:rPr lang="en-IN" sz="1500" b="1" dirty="0"/>
              <a:t>IBM-Powered AI</a:t>
            </a:r>
            <a:r>
              <a:rPr lang="en-IN" sz="1500" dirty="0"/>
              <a:t> – Use </a:t>
            </a:r>
            <a:r>
              <a:rPr lang="en-IN" sz="1500" b="1" dirty="0"/>
              <a:t>IBM Granite 4 H Small through watsonx.ai</a:t>
            </a:r>
            <a:r>
              <a:rPr lang="en-IN" sz="1500" dirty="0"/>
              <a:t> with a secure backend architecture for AI inference.</a:t>
            </a:r>
            <a:endParaRPr lang="en-US" sz="1500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16533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0471B467-61AA-7BCA-460D-43041E805F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A1BF701-ABCA-4DF0-8330-B6AF71EF8E39}"/>
              </a:ext>
            </a:extLst>
          </p:cNvPr>
          <p:cNvSpPr txBox="1"/>
          <p:nvPr/>
        </p:nvSpPr>
        <p:spPr>
          <a:xfrm>
            <a:off x="705907" y="644643"/>
            <a:ext cx="10780186" cy="60631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Proposed Solution: </a:t>
            </a:r>
            <a:r>
              <a:rPr lang="en-IN" sz="2000" b="1" dirty="0"/>
              <a:t>AI-Powered </a:t>
            </a:r>
            <a:r>
              <a:rPr lang="en-IN" sz="2000" b="1" dirty="0" err="1"/>
              <a:t>LabGenie</a:t>
            </a:r>
            <a:endParaRPr lang="en-US" sz="2000" b="1" dirty="0"/>
          </a:p>
          <a:p>
            <a:endParaRPr lang="en-IN" sz="900" dirty="0"/>
          </a:p>
          <a:p>
            <a:pPr algn="just"/>
            <a:r>
              <a:rPr lang="en-IN" dirty="0"/>
              <a:t>The proposed solution is an </a:t>
            </a:r>
            <a:r>
              <a:rPr lang="en-IN" b="1" dirty="0"/>
              <a:t>AI-powered Lab Assistant</a:t>
            </a:r>
            <a:r>
              <a:rPr lang="en-IN" dirty="0"/>
              <a:t> built using </a:t>
            </a:r>
            <a:r>
              <a:rPr lang="en-IN" b="1" dirty="0"/>
              <a:t>IBM Bob, IBM watsonx.ai, and IBM Granite 4 H Small</a:t>
            </a:r>
            <a:r>
              <a:rPr lang="en-IN" dirty="0"/>
              <a:t> to simplify laboratory preparation, experimentation, and learning. The system addresses challenges in creating lab manuals, understanding technical concepts, preparing for viva questions, and gaining hands-on practice through an integrated learning platform.</a:t>
            </a:r>
          </a:p>
          <a:p>
            <a:pPr algn="just"/>
            <a:endParaRPr lang="en-IN" dirty="0"/>
          </a:p>
          <a:p>
            <a:pPr algn="just"/>
            <a:r>
              <a:rPr lang="en-IN" dirty="0"/>
              <a:t>At its core, the solution uses a </a:t>
            </a:r>
            <a:r>
              <a:rPr lang="en-IN" b="1" dirty="0"/>
              <a:t>Retrieval-Augmented Generation (RAG)</a:t>
            </a:r>
            <a:r>
              <a:rPr lang="en-IN" dirty="0"/>
              <a:t> pipeline to retrieve relevant information from a </a:t>
            </a:r>
            <a:r>
              <a:rPr lang="en-IN" b="1" dirty="0"/>
              <a:t>curated laboratory knowledge base</a:t>
            </a:r>
            <a:r>
              <a:rPr lang="en-IN" dirty="0"/>
              <a:t> covering subjects such as Data Structures, Python, DBMS, Operating Systems, Computer Networks, and Machine Learning. This context is provided to Granite models to generate more relevant and topic-specific content.</a:t>
            </a:r>
          </a:p>
          <a:p>
            <a:pPr algn="just"/>
            <a:endParaRPr lang="en-IN" dirty="0"/>
          </a:p>
          <a:p>
            <a:pPr algn="just"/>
            <a:r>
              <a:rPr lang="en-IN" dirty="0"/>
              <a:t>The system consists of three key components:</a:t>
            </a:r>
          </a:p>
          <a:p>
            <a:pPr marL="285750" indent="-285750" algn="just">
              <a:buFont typeface="Wingdings" panose="05000000000000000000" pitchFamily="2" charset="2"/>
              <a:buChar char="q"/>
            </a:pPr>
            <a:r>
              <a:rPr lang="en-IN" b="1" dirty="0"/>
              <a:t>AI Lab Manual Generator</a:t>
            </a:r>
            <a:r>
              <a:rPr lang="en-IN" dirty="0"/>
              <a:t> creates structured experiment manuals containing the </a:t>
            </a:r>
            <a:r>
              <a:rPr lang="en-IN" b="1" dirty="0"/>
              <a:t>aim, theory, requirements, procedure, code, expected output, precautions, viva questions, and evaluation rubric</a:t>
            </a:r>
            <a:r>
              <a:rPr lang="en-IN" dirty="0"/>
              <a:t> based on the selected subject, topic, and difficulty level.</a:t>
            </a:r>
          </a:p>
          <a:p>
            <a:pPr marL="285750" indent="-285750" algn="just">
              <a:buFont typeface="Wingdings" panose="05000000000000000000" pitchFamily="2" charset="2"/>
              <a:buChar char="q"/>
            </a:pPr>
            <a:r>
              <a:rPr lang="en-IN" b="1" dirty="0"/>
              <a:t>AI Learning Tutor</a:t>
            </a:r>
            <a:r>
              <a:rPr lang="en-IN" dirty="0"/>
              <a:t> allows students to ask questions about their experiment or topic and receive </a:t>
            </a:r>
            <a:r>
              <a:rPr lang="en-IN" b="1" dirty="0"/>
              <a:t>simplified explanations, concepts, use cases, complexity analysis, and learning guidance</a:t>
            </a:r>
            <a:r>
              <a:rPr lang="en-IN" dirty="0"/>
              <a:t> powered by IBM Granite and RAG.</a:t>
            </a:r>
          </a:p>
          <a:p>
            <a:pPr marL="285750" indent="-285750" algn="just">
              <a:buFont typeface="Wingdings" panose="05000000000000000000" pitchFamily="2" charset="2"/>
              <a:buChar char="q"/>
            </a:pPr>
            <a:r>
              <a:rPr lang="en-IN" b="1" dirty="0"/>
              <a:t>Interactive Virtual Lab</a:t>
            </a:r>
            <a:r>
              <a:rPr lang="en-IN" dirty="0"/>
              <a:t> provides hands-on simulations for algorithms such as </a:t>
            </a:r>
            <a:r>
              <a:rPr lang="en-IN" b="1" dirty="0"/>
              <a:t>K-Means Clustering and Binary Search</a:t>
            </a:r>
            <a:r>
              <a:rPr lang="en-IN" dirty="0"/>
              <a:t>, allowing students to understand algorithmic steps through interactive experimentation.</a:t>
            </a:r>
          </a:p>
          <a:p>
            <a:pPr algn="just"/>
            <a:endParaRPr lang="en-IN" dirty="0"/>
          </a:p>
          <a:p>
            <a:pPr algn="just"/>
            <a:r>
              <a:rPr lang="en-IN" dirty="0"/>
              <a:t>The solution includes a </a:t>
            </a:r>
            <a:r>
              <a:rPr lang="en-IN" b="1" dirty="0"/>
              <a:t>user-friendly React dashboard</a:t>
            </a:r>
            <a:r>
              <a:rPr lang="en-IN" dirty="0"/>
              <a:t> that brings generation, AI tutoring, and virtual experiments together in a single platform. Students can generate manuals, download them, explore experiments, and interact with the AI tutor.</a:t>
            </a:r>
          </a:p>
          <a:p>
            <a:pPr algn="just"/>
            <a:r>
              <a:rPr lang="en-IN" b="1" dirty="0"/>
              <a:t>IBM Bob</a:t>
            </a:r>
            <a:r>
              <a:rPr lang="en-IN" dirty="0"/>
              <a:t> is used for development and project implementation, while </a:t>
            </a:r>
            <a:r>
              <a:rPr lang="en-IN" b="1" dirty="0"/>
              <a:t>IBM watsonx.ai</a:t>
            </a:r>
            <a:r>
              <a:rPr lang="en-IN" dirty="0"/>
              <a:t> provides the AI inference platform and </a:t>
            </a:r>
            <a:r>
              <a:rPr lang="en-IN" b="1" dirty="0"/>
              <a:t>Granite 4 H Small</a:t>
            </a:r>
            <a:r>
              <a:rPr lang="en-IN" dirty="0"/>
              <a:t> powers manual generation and intelligent tutoring. The lightweight RAG pipeline grounds responses using curated laboratory knowledge.</a:t>
            </a:r>
          </a:p>
          <a:p>
            <a:pPr algn="just"/>
            <a:endParaRPr lang="en-IN" dirty="0"/>
          </a:p>
          <a:p>
            <a:pPr algn="just"/>
            <a:r>
              <a:rPr lang="en-IN" dirty="0"/>
              <a:t>Overall, </a:t>
            </a:r>
            <a:r>
              <a:rPr lang="en-IN" b="1" dirty="0" err="1"/>
              <a:t>LabGenie</a:t>
            </a:r>
            <a:r>
              <a:rPr lang="en-IN" b="1" dirty="0"/>
              <a:t> AI</a:t>
            </a:r>
            <a:r>
              <a:rPr lang="en-IN" dirty="0"/>
              <a:t> delivers an </a:t>
            </a:r>
            <a:r>
              <a:rPr lang="en-IN" b="1" dirty="0"/>
              <a:t>end-to-end intelligent laboratory companion</a:t>
            </a:r>
            <a:r>
              <a:rPr lang="en-IN" dirty="0"/>
              <a:t> that helps students </a:t>
            </a:r>
            <a:r>
              <a:rPr lang="en-IN" b="1" dirty="0"/>
              <a:t>Generate → Experiment → Learn</a:t>
            </a:r>
            <a:r>
              <a:rPr lang="en-IN" dirty="0"/>
              <a:t> through AI-powered manuals, interactive simulations, grounded knowledge retrieval, and personalized learning support.</a:t>
            </a:r>
            <a:endParaRPr lang="en-US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1945990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0">
          <a:extLst>
            <a:ext uri="{FF2B5EF4-FFF2-40B4-BE49-F238E27FC236}">
              <a16:creationId xmlns:a16="http://schemas.microsoft.com/office/drawing/2014/main" id="{7C2A09DE-0AE2-AA94-B2C1-84FDBDB9DC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51FBD4A-3273-E454-091D-D5B0678FC299}"/>
              </a:ext>
            </a:extLst>
          </p:cNvPr>
          <p:cNvSpPr txBox="1"/>
          <p:nvPr/>
        </p:nvSpPr>
        <p:spPr>
          <a:xfrm>
            <a:off x="777240" y="484632"/>
            <a:ext cx="7123176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sz="2400" b="1" dirty="0"/>
              <a:t>Technology Used</a:t>
            </a:r>
            <a:endParaRPr lang="en-IN" sz="24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A7608B5-9906-EFCF-959A-E89FC2E3EE19}"/>
              </a:ext>
            </a:extLst>
          </p:cNvPr>
          <p:cNvSpPr txBox="1"/>
          <p:nvPr/>
        </p:nvSpPr>
        <p:spPr>
          <a:xfrm>
            <a:off x="777240" y="1071801"/>
            <a:ext cx="10515600" cy="61555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/>
              <a:t>• </a:t>
            </a:r>
            <a:r>
              <a:rPr lang="en-IN" sz="1600" b="1" dirty="0"/>
              <a:t>IBM Bob Platform</a:t>
            </a:r>
            <a:r>
              <a:rPr lang="en-IN" sz="1600" dirty="0"/>
              <a:t> – Used for </a:t>
            </a:r>
            <a:r>
              <a:rPr lang="en-IN" sz="1600" b="1" dirty="0"/>
              <a:t>AI-assisted development, project implementation, and integration</a:t>
            </a:r>
            <a:r>
              <a:rPr lang="en-IN" sz="1600" dirty="0"/>
              <a:t> of the </a:t>
            </a:r>
            <a:r>
              <a:rPr lang="en-IN" sz="1600" dirty="0" err="1"/>
              <a:t>LabGenie</a:t>
            </a:r>
            <a:r>
              <a:rPr lang="en-IN" sz="1600" dirty="0"/>
              <a:t> AI application.</a:t>
            </a:r>
          </a:p>
          <a:p>
            <a:endParaRPr lang="en-IN" sz="1100" dirty="0"/>
          </a:p>
          <a:p>
            <a:r>
              <a:rPr lang="en-IN" sz="1600" dirty="0"/>
              <a:t>• </a:t>
            </a:r>
            <a:r>
              <a:rPr lang="en-IN" sz="1600" b="1" dirty="0"/>
              <a:t>IBM Granite 4 H Small</a:t>
            </a:r>
            <a:r>
              <a:rPr lang="en-IN" sz="1600" dirty="0"/>
              <a:t> – Used for </a:t>
            </a:r>
            <a:r>
              <a:rPr lang="en-IN" sz="1600" b="1" dirty="0"/>
              <a:t>natural language understanding, reasoning, lab manual generation, and AI-powered tutoring</a:t>
            </a:r>
            <a:r>
              <a:rPr lang="en-IN" sz="1600" dirty="0"/>
              <a:t>.</a:t>
            </a:r>
          </a:p>
          <a:p>
            <a:endParaRPr lang="en-IN" sz="1100" dirty="0"/>
          </a:p>
          <a:p>
            <a:r>
              <a:rPr lang="en-IN" sz="1600" dirty="0"/>
              <a:t>• </a:t>
            </a:r>
            <a:r>
              <a:rPr lang="en-IN" sz="1600" b="1" dirty="0"/>
              <a:t>IBM Cloud</a:t>
            </a:r>
            <a:r>
              <a:rPr lang="en-IN" sz="1600" dirty="0"/>
              <a:t> – Provides the </a:t>
            </a:r>
            <a:r>
              <a:rPr lang="en-IN" sz="1600" b="1" dirty="0"/>
              <a:t>secure and scalable cloud infrastructure</a:t>
            </a:r>
            <a:r>
              <a:rPr lang="en-IN" sz="1600" dirty="0"/>
              <a:t> required to connect and deploy the AI services.</a:t>
            </a:r>
          </a:p>
          <a:p>
            <a:endParaRPr lang="en-IN" sz="1100" dirty="0"/>
          </a:p>
          <a:p>
            <a:r>
              <a:rPr lang="en-IN" sz="1600" dirty="0"/>
              <a:t>• </a:t>
            </a:r>
            <a:r>
              <a:rPr lang="en-IN" sz="1600" b="1" dirty="0"/>
              <a:t>RAG (Retrieval-Augmented Generation)</a:t>
            </a:r>
            <a:r>
              <a:rPr lang="en-IN" sz="1600" dirty="0"/>
              <a:t> – Retrieves relevant information from the </a:t>
            </a:r>
            <a:r>
              <a:rPr lang="en-IN" sz="1600" b="1" dirty="0"/>
              <a:t>curated laboratory knowledge base first</a:t>
            </a:r>
            <a:r>
              <a:rPr lang="en-IN" sz="1600" dirty="0"/>
              <a:t>, then provides this context to Granite for more </a:t>
            </a:r>
            <a:r>
              <a:rPr lang="en-IN" sz="1600" b="1" dirty="0"/>
              <a:t>grounded and topic-specific responses</a:t>
            </a:r>
            <a:r>
              <a:rPr lang="en-IN" sz="1600" dirty="0"/>
              <a:t>.</a:t>
            </a:r>
          </a:p>
          <a:p>
            <a:endParaRPr lang="en-IN" sz="1100" dirty="0"/>
          </a:p>
          <a:p>
            <a:r>
              <a:rPr lang="en-IN" sz="1600" dirty="0"/>
              <a:t>• </a:t>
            </a:r>
            <a:r>
              <a:rPr lang="en-IN" sz="1600" b="1" dirty="0"/>
              <a:t>IBM watsonx.ai</a:t>
            </a:r>
            <a:r>
              <a:rPr lang="en-IN" sz="1600" dirty="0"/>
              <a:t> – Used for </a:t>
            </a:r>
            <a:r>
              <a:rPr lang="en-IN" sz="1600" b="1" dirty="0"/>
              <a:t>Granite model inference and AI service integration</a:t>
            </a:r>
            <a:r>
              <a:rPr lang="en-IN" sz="1600" dirty="0"/>
              <a:t>, enabling </a:t>
            </a:r>
            <a:r>
              <a:rPr lang="en-IN" sz="1600" dirty="0" err="1"/>
              <a:t>LabGenie</a:t>
            </a:r>
            <a:r>
              <a:rPr lang="en-IN" sz="1600" dirty="0"/>
              <a:t> to generate intelligent responses.</a:t>
            </a:r>
          </a:p>
          <a:p>
            <a:endParaRPr lang="en-IN" sz="1100" dirty="0"/>
          </a:p>
          <a:p>
            <a:r>
              <a:rPr lang="en-IN" sz="1600" dirty="0"/>
              <a:t>• </a:t>
            </a:r>
            <a:r>
              <a:rPr lang="en-IN" sz="1600" b="1" dirty="0"/>
              <a:t>Curated Knowledge Base</a:t>
            </a:r>
            <a:r>
              <a:rPr lang="en-IN" sz="1600" dirty="0"/>
              <a:t> – A collection of </a:t>
            </a:r>
            <a:r>
              <a:rPr lang="en-IN" sz="1600" b="1" dirty="0"/>
              <a:t>subject-specific Markdown resources</a:t>
            </a:r>
            <a:r>
              <a:rPr lang="en-IN" sz="1600" dirty="0"/>
              <a:t> covering Data Structures, Python, DBMS, Operating Systems, Computer Networks, and Machine Learning for RAG-based retrieval.</a:t>
            </a:r>
          </a:p>
          <a:p>
            <a:endParaRPr lang="en-IN" sz="1100" dirty="0"/>
          </a:p>
          <a:p>
            <a:r>
              <a:rPr lang="en-IN" sz="1600" dirty="0"/>
              <a:t>• </a:t>
            </a:r>
            <a:r>
              <a:rPr lang="en-IN" sz="1600" b="1" dirty="0"/>
              <a:t>React.js + Vite</a:t>
            </a:r>
            <a:r>
              <a:rPr lang="en-IN" sz="1600" dirty="0"/>
              <a:t> – Used to build the </a:t>
            </a:r>
            <a:r>
              <a:rPr lang="en-IN" sz="1600" b="1" dirty="0"/>
              <a:t>interactive and user-friendly frontend dashboard</a:t>
            </a:r>
            <a:r>
              <a:rPr lang="en-IN" sz="1600" dirty="0"/>
              <a:t> for lab generation, AI tutoring, and virtual experiments.</a:t>
            </a:r>
          </a:p>
          <a:p>
            <a:endParaRPr lang="en-IN" sz="1100" dirty="0"/>
          </a:p>
          <a:p>
            <a:r>
              <a:rPr lang="en-IN" sz="1600" dirty="0"/>
              <a:t>• </a:t>
            </a:r>
            <a:r>
              <a:rPr lang="en-IN" sz="1600" b="1" dirty="0"/>
              <a:t>Node.js + Express.js</a:t>
            </a:r>
            <a:r>
              <a:rPr lang="en-IN" sz="1600" dirty="0"/>
              <a:t> – Used to develop the </a:t>
            </a:r>
            <a:r>
              <a:rPr lang="en-IN" sz="1600" b="1" dirty="0"/>
              <a:t>backend APIs</a:t>
            </a:r>
            <a:r>
              <a:rPr lang="en-IN" sz="1600" dirty="0"/>
              <a:t> and securely handle communication between the frontend and IBM watsonx.ai.</a:t>
            </a: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800" dirty="0"/>
          </a:p>
          <a:p>
            <a:endParaRPr lang="en-US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436039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1">
          <a:extLst>
            <a:ext uri="{FF2B5EF4-FFF2-40B4-BE49-F238E27FC236}">
              <a16:creationId xmlns:a16="http://schemas.microsoft.com/office/drawing/2014/main" id="{CDF2A78E-5A0E-6814-8AF4-0AE54B0366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5">
            <a:extLst>
              <a:ext uri="{FF2B5EF4-FFF2-40B4-BE49-F238E27FC236}">
                <a16:creationId xmlns:a16="http://schemas.microsoft.com/office/drawing/2014/main" id="{2A145802-2DD3-EEBA-7D44-210C05B98C91}"/>
              </a:ext>
            </a:extLst>
          </p:cNvPr>
          <p:cNvSpPr/>
          <p:nvPr/>
        </p:nvSpPr>
        <p:spPr>
          <a:xfrm>
            <a:off x="537590" y="323239"/>
            <a:ext cx="5908929" cy="4485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1D3A"/>
              </a:buClr>
              <a:buSzPts val="3500"/>
              <a:buFont typeface="Times New Roman"/>
              <a:buNone/>
            </a:pPr>
            <a:r>
              <a:rPr lang="en-US" sz="2400" b="1" dirty="0">
                <a:sym typeface="Times New Roman"/>
              </a:rPr>
              <a:t>Required Files created using IBM bob -</a:t>
            </a:r>
            <a:endParaRPr sz="2400" b="1" dirty="0">
              <a:sym typeface="Times New Roman"/>
            </a:endParaRPr>
          </a:p>
        </p:txBody>
      </p:sp>
      <p:sp>
        <p:nvSpPr>
          <p:cNvPr id="148" name="Google Shape;148;p5">
            <a:extLst>
              <a:ext uri="{FF2B5EF4-FFF2-40B4-BE49-F238E27FC236}">
                <a16:creationId xmlns:a16="http://schemas.microsoft.com/office/drawing/2014/main" id="{69E3EADC-1EAD-7419-145C-20998925206E}"/>
              </a:ext>
            </a:extLst>
          </p:cNvPr>
          <p:cNvSpPr/>
          <p:nvPr/>
        </p:nvSpPr>
        <p:spPr>
          <a:xfrm>
            <a:off x="2264331" y="6784578"/>
            <a:ext cx="2140744" cy="224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937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49" name="Google Shape;149;p5">
            <a:extLst>
              <a:ext uri="{FF2B5EF4-FFF2-40B4-BE49-F238E27FC236}">
                <a16:creationId xmlns:a16="http://schemas.microsoft.com/office/drawing/2014/main" id="{04E5872A-C331-C8F3-5D71-8E953BAAFE03}"/>
              </a:ext>
            </a:extLst>
          </p:cNvPr>
          <p:cNvSpPr/>
          <p:nvPr/>
        </p:nvSpPr>
        <p:spPr>
          <a:xfrm>
            <a:off x="1782604" y="7100213"/>
            <a:ext cx="3104198" cy="7318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0" name="Google Shape;150;p5">
            <a:extLst>
              <a:ext uri="{FF2B5EF4-FFF2-40B4-BE49-F238E27FC236}">
                <a16:creationId xmlns:a16="http://schemas.microsoft.com/office/drawing/2014/main" id="{76EF3801-5D99-5EFA-9AA2-AD265775E354}"/>
              </a:ext>
            </a:extLst>
          </p:cNvPr>
          <p:cNvSpPr/>
          <p:nvPr/>
        </p:nvSpPr>
        <p:spPr>
          <a:xfrm>
            <a:off x="5732383" y="6784578"/>
            <a:ext cx="1793915" cy="224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937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1" name="Google Shape;151;p5">
            <a:extLst>
              <a:ext uri="{FF2B5EF4-FFF2-40B4-BE49-F238E27FC236}">
                <a16:creationId xmlns:a16="http://schemas.microsoft.com/office/drawing/2014/main" id="{DAD76A8A-9F2C-9EA9-25E9-40CD0FFAA869}"/>
              </a:ext>
            </a:extLst>
          </p:cNvPr>
          <p:cNvSpPr/>
          <p:nvPr/>
        </p:nvSpPr>
        <p:spPr>
          <a:xfrm>
            <a:off x="5077301" y="7100213"/>
            <a:ext cx="3104198" cy="7318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2" name="Google Shape;152;p5">
            <a:extLst>
              <a:ext uri="{FF2B5EF4-FFF2-40B4-BE49-F238E27FC236}">
                <a16:creationId xmlns:a16="http://schemas.microsoft.com/office/drawing/2014/main" id="{8D9C4260-2673-337C-C898-4C22E0F8FD65}"/>
              </a:ext>
            </a:extLst>
          </p:cNvPr>
          <p:cNvSpPr/>
          <p:nvPr/>
        </p:nvSpPr>
        <p:spPr>
          <a:xfrm>
            <a:off x="9027081" y="6784578"/>
            <a:ext cx="1793915" cy="224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937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3" name="Google Shape;153;p5">
            <a:extLst>
              <a:ext uri="{FF2B5EF4-FFF2-40B4-BE49-F238E27FC236}">
                <a16:creationId xmlns:a16="http://schemas.microsoft.com/office/drawing/2014/main" id="{6167C3C6-3747-E373-84C3-3927C443B067}"/>
              </a:ext>
            </a:extLst>
          </p:cNvPr>
          <p:cNvSpPr/>
          <p:nvPr/>
        </p:nvSpPr>
        <p:spPr>
          <a:xfrm>
            <a:off x="8371999" y="7100213"/>
            <a:ext cx="3104198" cy="7318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BB86949-7ED1-C43B-B1E3-5122BB67A596}"/>
              </a:ext>
            </a:extLst>
          </p:cNvPr>
          <p:cNvSpPr txBox="1"/>
          <p:nvPr/>
        </p:nvSpPr>
        <p:spPr>
          <a:xfrm>
            <a:off x="228594" y="863187"/>
            <a:ext cx="5727297" cy="67710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b="1" dirty="0" err="1"/>
              <a:t>App.jsx</a:t>
            </a:r>
            <a:r>
              <a:rPr lang="en-IN" dirty="0"/>
              <a:t> – Main React application component that manages navigation and connects the major features.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b="1" dirty="0" err="1"/>
              <a:t>index.jsx</a:t>
            </a:r>
            <a:r>
              <a:rPr lang="en-IN" b="1" dirty="0"/>
              <a:t> / </a:t>
            </a:r>
            <a:r>
              <a:rPr lang="en-IN" b="1" dirty="0" err="1"/>
              <a:t>main.jsx</a:t>
            </a:r>
            <a:r>
              <a:rPr lang="en-IN" dirty="0"/>
              <a:t> – Entry point that initializes and renders the React application.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b="1" dirty="0"/>
              <a:t>index.css</a:t>
            </a:r>
            <a:r>
              <a:rPr lang="en-IN" dirty="0"/>
              <a:t> – Contains the styling and responsive UI design for the </a:t>
            </a:r>
            <a:r>
              <a:rPr lang="en-IN" dirty="0" err="1"/>
              <a:t>LabGenie</a:t>
            </a:r>
            <a:r>
              <a:rPr lang="en-IN" dirty="0"/>
              <a:t> AI interface.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b="1" dirty="0" err="1"/>
              <a:t>package.json</a:t>
            </a:r>
            <a:r>
              <a:rPr lang="en-IN" dirty="0"/>
              <a:t> – Defines the frontend and backend dependencies and project scripts.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b="1" dirty="0"/>
              <a:t>.env</a:t>
            </a:r>
            <a:r>
              <a:rPr lang="en-IN" dirty="0"/>
              <a:t> – Stores </a:t>
            </a:r>
            <a:r>
              <a:rPr lang="en-IN" b="1" dirty="0"/>
              <a:t>IBM watsonx.ai configuration and API credentials securely</a:t>
            </a:r>
            <a:r>
              <a:rPr lang="en-IN" dirty="0"/>
              <a:t>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b="1" dirty="0"/>
              <a:t>index.js</a:t>
            </a:r>
            <a:r>
              <a:rPr lang="en-IN" dirty="0"/>
              <a:t> – Backend entry point that starts the Express server and configures API routes.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b="1" dirty="0"/>
              <a:t>labController.js</a:t>
            </a:r>
            <a:r>
              <a:rPr lang="en-IN" dirty="0"/>
              <a:t> – Handles AI-powered </a:t>
            </a:r>
            <a:r>
              <a:rPr lang="en-IN" b="1" dirty="0"/>
              <a:t>lab manual generation</a:t>
            </a:r>
            <a:r>
              <a:rPr lang="en-IN" dirty="0"/>
              <a:t> using IBM Granite.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b="1" dirty="0"/>
              <a:t>assistantController.js</a:t>
            </a:r>
            <a:r>
              <a:rPr lang="en-IN" dirty="0"/>
              <a:t> – Handles </a:t>
            </a:r>
            <a:r>
              <a:rPr lang="en-IN" b="1" dirty="0"/>
              <a:t>AI Tutor questions and Granite responses</a:t>
            </a:r>
            <a:r>
              <a:rPr lang="en-IN" dirty="0"/>
              <a:t>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b="1" dirty="0"/>
              <a:t>retriever.js</a:t>
            </a:r>
            <a:r>
              <a:rPr lang="en-IN" dirty="0"/>
              <a:t> – Implements the </a:t>
            </a:r>
            <a:r>
              <a:rPr lang="en-IN" b="1" dirty="0"/>
              <a:t>RAG-based retrieval system</a:t>
            </a:r>
            <a:r>
              <a:rPr lang="en-IN" dirty="0"/>
              <a:t> using the curated knowledge base.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b="1" dirty="0"/>
              <a:t>labService.js</a:t>
            </a:r>
            <a:r>
              <a:rPr lang="en-IN" dirty="0"/>
              <a:t> – Connects the React frontend with the backend lab-generation API.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b="1" dirty="0"/>
              <a:t>Knowledge Base Files (.md)</a:t>
            </a:r>
            <a:r>
              <a:rPr lang="en-IN" dirty="0"/>
              <a:t> – Subject-specific resources used by the </a:t>
            </a:r>
            <a:r>
              <a:rPr lang="en-IN" b="1" dirty="0"/>
              <a:t>RAG pipeline</a:t>
            </a:r>
            <a:r>
              <a:rPr lang="en-IN" dirty="0"/>
              <a:t> for grounded responses.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 </a:t>
            </a:r>
            <a:endParaRPr lang="en-IN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E8DE963-2B28-F1BA-9496-14D11C229A9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3924"/>
          <a:stretch>
            <a:fillRect/>
          </a:stretch>
        </p:blipFill>
        <p:spPr>
          <a:xfrm>
            <a:off x="5850194" y="1406012"/>
            <a:ext cx="6243483" cy="43950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49636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>
          <a:extLst>
            <a:ext uri="{FF2B5EF4-FFF2-40B4-BE49-F238E27FC236}">
              <a16:creationId xmlns:a16="http://schemas.microsoft.com/office/drawing/2014/main" id="{CA6090C0-0478-84F9-6D20-717B6FEB73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35;p5">
            <a:extLst>
              <a:ext uri="{FF2B5EF4-FFF2-40B4-BE49-F238E27FC236}">
                <a16:creationId xmlns:a16="http://schemas.microsoft.com/office/drawing/2014/main" id="{B64CF172-D2AF-03D8-F919-AA7827A0D969}"/>
              </a:ext>
            </a:extLst>
          </p:cNvPr>
          <p:cNvSpPr/>
          <p:nvPr/>
        </p:nvSpPr>
        <p:spPr>
          <a:xfrm>
            <a:off x="537590" y="323239"/>
            <a:ext cx="5908929" cy="4485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1D3A"/>
              </a:buClr>
              <a:buSzPts val="3500"/>
              <a:buFont typeface="Times New Roman"/>
              <a:buNone/>
            </a:pPr>
            <a:r>
              <a:rPr lang="en-US" sz="3500" b="1" i="0" u="none" strike="noStrike" cap="none">
                <a:solidFill>
                  <a:srgbClr val="051D3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b="1" i="0" u="none" strike="noStrike" cap="none">
                <a:solidFill>
                  <a:srgbClr val="051D3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IBM Bob Screenshots:</a:t>
            </a:r>
            <a:endParaRPr sz="2400" b="1">
              <a:sym typeface="Times New Roman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3C6CB8F-C08A-662B-2B70-D49433888D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298" y="914400"/>
            <a:ext cx="10943404" cy="57656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65455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B2433ED-59E4-5CC4-BD7C-D88AD17307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284" y="426084"/>
            <a:ext cx="11287432" cy="60058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37189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35;p5">
            <a:extLst>
              <a:ext uri="{FF2B5EF4-FFF2-40B4-BE49-F238E27FC236}">
                <a16:creationId xmlns:a16="http://schemas.microsoft.com/office/drawing/2014/main" id="{78578745-3233-E2C4-2AF4-55BA57C68D3F}"/>
              </a:ext>
            </a:extLst>
          </p:cNvPr>
          <p:cNvSpPr/>
          <p:nvPr/>
        </p:nvSpPr>
        <p:spPr>
          <a:xfrm>
            <a:off x="606416" y="230738"/>
            <a:ext cx="5908929" cy="4485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/>
            <a:r>
              <a:rPr lang="en-US" sz="24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Architecture blueprint for IBM bob:</a:t>
            </a:r>
            <a:endParaRPr lang="en-US" sz="24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3D25C45-A0CC-B1C6-4FEB-E28BC3C297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8441" y="679246"/>
            <a:ext cx="9115117" cy="60767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51951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6" name="Google Shape;196;p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371985" y="1167493"/>
            <a:ext cx="3015343" cy="4523014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22462E8-EB3A-DA7D-44CB-4E757803A755}"/>
              </a:ext>
            </a:extLst>
          </p:cNvPr>
          <p:cNvSpPr txBox="1"/>
          <p:nvPr/>
        </p:nvSpPr>
        <p:spPr>
          <a:xfrm>
            <a:off x="621792" y="1020009"/>
            <a:ext cx="7406640" cy="51090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000" b="1" dirty="0"/>
              <a:t>Role of Agentic AI in </a:t>
            </a:r>
            <a:r>
              <a:rPr lang="en-IN" sz="2000" b="1" dirty="0" err="1"/>
              <a:t>LabGenie</a:t>
            </a:r>
            <a:r>
              <a:rPr lang="en-IN" sz="2000" b="1" dirty="0"/>
              <a:t> AI</a:t>
            </a:r>
          </a:p>
          <a:p>
            <a:endParaRPr lang="en-IN" sz="800" b="1" dirty="0"/>
          </a:p>
          <a:p>
            <a:r>
              <a:rPr lang="en-IN" b="1" dirty="0"/>
              <a:t>Agentic AI</a:t>
            </a:r>
            <a:r>
              <a:rPr lang="en-IN" dirty="0"/>
              <a:t> enables </a:t>
            </a:r>
            <a:r>
              <a:rPr lang="en-IN" dirty="0" err="1"/>
              <a:t>LabGenie</a:t>
            </a:r>
            <a:r>
              <a:rPr lang="en-IN" dirty="0"/>
              <a:t> AI to function as an </a:t>
            </a:r>
            <a:r>
              <a:rPr lang="en-IN" b="1" dirty="0"/>
              <a:t>intelligent learning assistant</a:t>
            </a:r>
            <a:r>
              <a:rPr lang="en-IN" dirty="0"/>
              <a:t> rather than a simple lab manual generator. Using </a:t>
            </a:r>
            <a:r>
              <a:rPr lang="en-IN" b="1" dirty="0"/>
              <a:t>IBM watsonx.ai and IBM Granite 4 H Small</a:t>
            </a:r>
            <a:r>
              <a:rPr lang="en-IN" dirty="0"/>
              <a:t>, the system coordinates different AI-powered capabilities to support laboratory preparation, experimentation, and learning.</a:t>
            </a:r>
          </a:p>
          <a:p>
            <a:endParaRPr lang="en-IN" sz="800" dirty="0"/>
          </a:p>
          <a:p>
            <a:r>
              <a:rPr lang="en-IN" dirty="0"/>
              <a:t>The system performs specialized tasks such as </a:t>
            </a:r>
            <a:r>
              <a:rPr lang="en-IN" b="1" dirty="0"/>
              <a:t>generating structured lab manuals, retrieving relevant knowledge through RAG, answering student questions, and providing interactive algorithm simulations</a:t>
            </a:r>
            <a:r>
              <a:rPr lang="en-IN" dirty="0"/>
              <a:t>. This integrated approach enables students to move seamlessly between generating an experiment, understanding its concepts, and practicing it interactively.</a:t>
            </a:r>
          </a:p>
          <a:p>
            <a:endParaRPr lang="en-IN" sz="800" dirty="0"/>
          </a:p>
          <a:p>
            <a:r>
              <a:rPr lang="en-IN" dirty="0"/>
              <a:t>Agentic AI also provides </a:t>
            </a:r>
            <a:r>
              <a:rPr lang="en-IN" b="1" dirty="0"/>
              <a:t>context awareness</a:t>
            </a:r>
            <a:r>
              <a:rPr lang="en-IN" dirty="0"/>
              <a:t> by using the selected subject, topic, and difficulty level to generate relevant laboratory content and explanations. Through </a:t>
            </a:r>
            <a:r>
              <a:rPr lang="en-IN" b="1" dirty="0"/>
              <a:t>RAG-based knowledge retrieval</a:t>
            </a:r>
            <a:r>
              <a:rPr lang="en-IN" dirty="0"/>
              <a:t>, the AI can use information from the curated laboratory knowledge base before generating responses.</a:t>
            </a:r>
          </a:p>
          <a:p>
            <a:endParaRPr lang="en-IN" sz="800" dirty="0"/>
          </a:p>
          <a:p>
            <a:r>
              <a:rPr lang="en-IN" dirty="0"/>
              <a:t>Additionally, the system supports </a:t>
            </a:r>
            <a:r>
              <a:rPr lang="en-IN" b="1" dirty="0"/>
              <a:t>interactive and goal-oriented learning</a:t>
            </a:r>
            <a:r>
              <a:rPr lang="en-IN" dirty="0"/>
              <a:t> through the AI Tutor and Virtual Lab, allowing students to explore concepts, ask questions, and understand algorithms step-by-step.</a:t>
            </a:r>
          </a:p>
          <a:p>
            <a:endParaRPr lang="en-IN" sz="800" dirty="0"/>
          </a:p>
          <a:p>
            <a:r>
              <a:rPr lang="en-IN" dirty="0"/>
              <a:t>Overall, Agentic AI makes </a:t>
            </a:r>
            <a:r>
              <a:rPr lang="en-IN" b="1" dirty="0" err="1"/>
              <a:t>LabGenie</a:t>
            </a:r>
            <a:r>
              <a:rPr lang="en-IN" b="1" dirty="0"/>
              <a:t> AI a smart digital laboratory companion</a:t>
            </a:r>
            <a:r>
              <a:rPr lang="en-IN" dirty="0"/>
              <a:t> that helps students </a:t>
            </a:r>
            <a:r>
              <a:rPr lang="en-IN" b="1" dirty="0"/>
              <a:t>Generate → Experiment → Learn</a:t>
            </a:r>
            <a:r>
              <a:rPr lang="en-IN" dirty="0"/>
              <a:t> using AI-powered guidance and interactive learning tools.</a:t>
            </a:r>
          </a:p>
        </p:txBody>
      </p:sp>
    </p:spTree>
    <p:extLst>
      <p:ext uri="{BB962C8B-B14F-4D97-AF65-F5344CB8AC3E}">
        <p14:creationId xmlns:p14="http://schemas.microsoft.com/office/powerpoint/2010/main" val="400069696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4">
          <a:extLst>
            <a:ext uri="{FF2B5EF4-FFF2-40B4-BE49-F238E27FC236}">
              <a16:creationId xmlns:a16="http://schemas.microsoft.com/office/drawing/2014/main" id="{55016524-E738-3D8C-3BB2-B0BE7C6653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8">
            <a:extLst>
              <a:ext uri="{FF2B5EF4-FFF2-40B4-BE49-F238E27FC236}">
                <a16:creationId xmlns:a16="http://schemas.microsoft.com/office/drawing/2014/main" id="{D62F03A8-A8A8-CB93-006E-7173DC866F6F}"/>
              </a:ext>
            </a:extLst>
          </p:cNvPr>
          <p:cNvSpPr/>
          <p:nvPr/>
        </p:nvSpPr>
        <p:spPr>
          <a:xfrm>
            <a:off x="793192" y="152933"/>
            <a:ext cx="6444496" cy="7040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>
              <a:lnSpc>
                <a:spcPct val="157142"/>
              </a:lnSpc>
              <a:buClr>
                <a:srgbClr val="051D3A"/>
              </a:buClr>
              <a:buSzPts val="3500"/>
            </a:pPr>
            <a:r>
              <a:rPr lang="en-US" sz="2400" b="1" dirty="0">
                <a:sym typeface="Times New Roman"/>
              </a:rPr>
              <a:t>Token Usage </a:t>
            </a:r>
            <a:endParaRPr sz="2400" b="1" dirty="0">
              <a:sym typeface="Times New Roman"/>
            </a:endParaRPr>
          </a:p>
        </p:txBody>
      </p:sp>
      <p:sp>
        <p:nvSpPr>
          <p:cNvPr id="280" name="Google Shape;280;p18">
            <a:extLst>
              <a:ext uri="{FF2B5EF4-FFF2-40B4-BE49-F238E27FC236}">
                <a16:creationId xmlns:a16="http://schemas.microsoft.com/office/drawing/2014/main" id="{A4423EF4-BB52-2693-03DD-9F7D92D05218}"/>
              </a:ext>
            </a:extLst>
          </p:cNvPr>
          <p:cNvSpPr/>
          <p:nvPr/>
        </p:nvSpPr>
        <p:spPr>
          <a:xfrm>
            <a:off x="1218724" y="3360216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1" name="Google Shape;281;p18">
            <a:extLst>
              <a:ext uri="{FF2B5EF4-FFF2-40B4-BE49-F238E27FC236}">
                <a16:creationId xmlns:a16="http://schemas.microsoft.com/office/drawing/2014/main" id="{FF042814-8077-DBD5-E8B6-E0D870CADB86}"/>
              </a:ext>
            </a:extLst>
          </p:cNvPr>
          <p:cNvSpPr/>
          <p:nvPr/>
        </p:nvSpPr>
        <p:spPr>
          <a:xfrm>
            <a:off x="1218724" y="4395464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2" name="Google Shape;282;p18">
            <a:extLst>
              <a:ext uri="{FF2B5EF4-FFF2-40B4-BE49-F238E27FC236}">
                <a16:creationId xmlns:a16="http://schemas.microsoft.com/office/drawing/2014/main" id="{6A2761AF-8A54-98F2-52C2-794D9BA61C92}"/>
              </a:ext>
            </a:extLst>
          </p:cNvPr>
          <p:cNvSpPr/>
          <p:nvPr/>
        </p:nvSpPr>
        <p:spPr>
          <a:xfrm>
            <a:off x="1218724" y="5430713"/>
            <a:ext cx="7468553" cy="383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92AF53D-F075-A6A0-E777-5CF5EE5B55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6626" y="1343559"/>
            <a:ext cx="9158748" cy="514338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389A6DD-F97C-32D9-B0AA-938D9AA9C564}"/>
              </a:ext>
            </a:extLst>
          </p:cNvPr>
          <p:cNvSpPr txBox="1"/>
          <p:nvPr/>
        </p:nvSpPr>
        <p:spPr>
          <a:xfrm>
            <a:off x="714534" y="699163"/>
            <a:ext cx="4371171" cy="58477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IN" sz="1600" b="1" dirty="0"/>
              <a:t>IBM Bob Token Usage</a:t>
            </a:r>
            <a:endParaRPr lang="en-IN" sz="1600" dirty="0"/>
          </a:p>
          <a:p>
            <a:r>
              <a:rPr lang="en-IN" sz="1600" dirty="0"/>
              <a:t>Current usage: 228.9k tokens</a:t>
            </a:r>
          </a:p>
        </p:txBody>
      </p:sp>
    </p:spTree>
    <p:extLst>
      <p:ext uri="{BB962C8B-B14F-4D97-AF65-F5344CB8AC3E}">
        <p14:creationId xmlns:p14="http://schemas.microsoft.com/office/powerpoint/2010/main" val="8934170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4">
          <a:extLst>
            <a:ext uri="{FF2B5EF4-FFF2-40B4-BE49-F238E27FC236}">
              <a16:creationId xmlns:a16="http://schemas.microsoft.com/office/drawing/2014/main" id="{1863F011-FD59-2782-3732-0E3263170F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8">
            <a:extLst>
              <a:ext uri="{FF2B5EF4-FFF2-40B4-BE49-F238E27FC236}">
                <a16:creationId xmlns:a16="http://schemas.microsoft.com/office/drawing/2014/main" id="{78DA0257-5105-834D-150D-50732C7248D1}"/>
              </a:ext>
            </a:extLst>
          </p:cNvPr>
          <p:cNvSpPr/>
          <p:nvPr/>
        </p:nvSpPr>
        <p:spPr>
          <a:xfrm>
            <a:off x="483329" y="250408"/>
            <a:ext cx="6444496" cy="7040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>
              <a:buClr>
                <a:srgbClr val="051D3A"/>
              </a:buClr>
              <a:buSzPts val="3500"/>
            </a:pPr>
            <a:r>
              <a:rPr lang="en-US" sz="2400" b="1" dirty="0">
                <a:sym typeface="Times New Roman"/>
              </a:rPr>
              <a:t> Project Output - </a:t>
            </a:r>
            <a:r>
              <a:rPr lang="en-IN" sz="2400" b="1" dirty="0" err="1"/>
              <a:t>LabGenie</a:t>
            </a:r>
            <a:r>
              <a:rPr lang="en-IN" sz="2400" b="1" dirty="0"/>
              <a:t> Home</a:t>
            </a:r>
            <a:endParaRPr sz="2400" b="1" dirty="0">
              <a:sym typeface="Times New Roman"/>
            </a:endParaRPr>
          </a:p>
        </p:txBody>
      </p:sp>
      <p:sp>
        <p:nvSpPr>
          <p:cNvPr id="280" name="Google Shape;280;p18">
            <a:extLst>
              <a:ext uri="{FF2B5EF4-FFF2-40B4-BE49-F238E27FC236}">
                <a16:creationId xmlns:a16="http://schemas.microsoft.com/office/drawing/2014/main" id="{827D77C8-2496-7668-B3B3-927FD4DB704D}"/>
              </a:ext>
            </a:extLst>
          </p:cNvPr>
          <p:cNvSpPr/>
          <p:nvPr/>
        </p:nvSpPr>
        <p:spPr>
          <a:xfrm>
            <a:off x="1218724" y="3360216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1" name="Google Shape;281;p18">
            <a:extLst>
              <a:ext uri="{FF2B5EF4-FFF2-40B4-BE49-F238E27FC236}">
                <a16:creationId xmlns:a16="http://schemas.microsoft.com/office/drawing/2014/main" id="{46BDB3C0-B0E9-3C3A-A974-6BF43591F3FC}"/>
              </a:ext>
            </a:extLst>
          </p:cNvPr>
          <p:cNvSpPr/>
          <p:nvPr/>
        </p:nvSpPr>
        <p:spPr>
          <a:xfrm>
            <a:off x="1218724" y="4395464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2" name="Google Shape;282;p18">
            <a:extLst>
              <a:ext uri="{FF2B5EF4-FFF2-40B4-BE49-F238E27FC236}">
                <a16:creationId xmlns:a16="http://schemas.microsoft.com/office/drawing/2014/main" id="{8CB1AEC3-7C17-0CCE-61FA-643373D6AE22}"/>
              </a:ext>
            </a:extLst>
          </p:cNvPr>
          <p:cNvSpPr/>
          <p:nvPr/>
        </p:nvSpPr>
        <p:spPr>
          <a:xfrm>
            <a:off x="1218724" y="5430713"/>
            <a:ext cx="7468553" cy="383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40759E8-F42A-EA40-164B-872A9DA302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329" y="954425"/>
            <a:ext cx="11225342" cy="53724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996181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4">
          <a:extLst>
            <a:ext uri="{FF2B5EF4-FFF2-40B4-BE49-F238E27FC236}">
              <a16:creationId xmlns:a16="http://schemas.microsoft.com/office/drawing/2014/main" id="{A1254DC3-8448-76A3-8631-9484D98C80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8">
            <a:extLst>
              <a:ext uri="{FF2B5EF4-FFF2-40B4-BE49-F238E27FC236}">
                <a16:creationId xmlns:a16="http://schemas.microsoft.com/office/drawing/2014/main" id="{A5DD5E73-E4F8-AB1C-5A5A-D4EBAD6FD1B8}"/>
              </a:ext>
            </a:extLst>
          </p:cNvPr>
          <p:cNvSpPr/>
          <p:nvPr/>
        </p:nvSpPr>
        <p:spPr>
          <a:xfrm>
            <a:off x="477970" y="239880"/>
            <a:ext cx="6444496" cy="7040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>
              <a:buClr>
                <a:srgbClr val="051D3A"/>
              </a:buClr>
              <a:buSzPts val="3500"/>
            </a:pPr>
            <a:r>
              <a:rPr lang="en-US" sz="2400" b="1" dirty="0">
                <a:sym typeface="Times New Roman"/>
              </a:rPr>
              <a:t> Project Output - </a:t>
            </a:r>
            <a:r>
              <a:rPr lang="en-IN" sz="2400" b="1" dirty="0"/>
              <a:t>AI-Generated Lab Manual</a:t>
            </a:r>
            <a:endParaRPr sz="2400" b="1" dirty="0">
              <a:sym typeface="Times New Roman"/>
            </a:endParaRPr>
          </a:p>
        </p:txBody>
      </p:sp>
      <p:sp>
        <p:nvSpPr>
          <p:cNvPr id="280" name="Google Shape;280;p18">
            <a:extLst>
              <a:ext uri="{FF2B5EF4-FFF2-40B4-BE49-F238E27FC236}">
                <a16:creationId xmlns:a16="http://schemas.microsoft.com/office/drawing/2014/main" id="{E6E4A7DC-3E1D-42C4-3256-8A3109D5036E}"/>
              </a:ext>
            </a:extLst>
          </p:cNvPr>
          <p:cNvSpPr/>
          <p:nvPr/>
        </p:nvSpPr>
        <p:spPr>
          <a:xfrm>
            <a:off x="1218724" y="3360216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1" name="Google Shape;281;p18">
            <a:extLst>
              <a:ext uri="{FF2B5EF4-FFF2-40B4-BE49-F238E27FC236}">
                <a16:creationId xmlns:a16="http://schemas.microsoft.com/office/drawing/2014/main" id="{1EC4E285-5561-2096-3270-252023A42F4B}"/>
              </a:ext>
            </a:extLst>
          </p:cNvPr>
          <p:cNvSpPr/>
          <p:nvPr/>
        </p:nvSpPr>
        <p:spPr>
          <a:xfrm>
            <a:off x="1218724" y="4395464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2" name="Google Shape;282;p18">
            <a:extLst>
              <a:ext uri="{FF2B5EF4-FFF2-40B4-BE49-F238E27FC236}">
                <a16:creationId xmlns:a16="http://schemas.microsoft.com/office/drawing/2014/main" id="{FA8B1B6D-C213-0DFE-C434-B14C5F9945F5}"/>
              </a:ext>
            </a:extLst>
          </p:cNvPr>
          <p:cNvSpPr/>
          <p:nvPr/>
        </p:nvSpPr>
        <p:spPr>
          <a:xfrm>
            <a:off x="1218724" y="5430713"/>
            <a:ext cx="7468553" cy="383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F823E2F-684D-D9CA-5CE8-8A9E587FD4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355" y="943897"/>
            <a:ext cx="11061290" cy="5263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509230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4">
          <a:extLst>
            <a:ext uri="{FF2B5EF4-FFF2-40B4-BE49-F238E27FC236}">
              <a16:creationId xmlns:a16="http://schemas.microsoft.com/office/drawing/2014/main" id="{2F5FC64E-6D99-DED7-874F-3F53C3A0AB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8">
            <a:extLst>
              <a:ext uri="{FF2B5EF4-FFF2-40B4-BE49-F238E27FC236}">
                <a16:creationId xmlns:a16="http://schemas.microsoft.com/office/drawing/2014/main" id="{632DB2D3-231B-AA58-E5A0-6A565BB5DE7A}"/>
              </a:ext>
            </a:extLst>
          </p:cNvPr>
          <p:cNvSpPr/>
          <p:nvPr/>
        </p:nvSpPr>
        <p:spPr>
          <a:xfrm>
            <a:off x="477970" y="239880"/>
            <a:ext cx="6444496" cy="7040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>
              <a:buClr>
                <a:srgbClr val="051D3A"/>
              </a:buClr>
              <a:buSzPts val="3500"/>
            </a:pPr>
            <a:r>
              <a:rPr lang="en-US" sz="2400" b="1" dirty="0">
                <a:sym typeface="Times New Roman"/>
              </a:rPr>
              <a:t> Project Output – </a:t>
            </a:r>
            <a:r>
              <a:rPr lang="en-IN" sz="2400" b="1" dirty="0"/>
              <a:t>AI Tutor</a:t>
            </a:r>
            <a:endParaRPr sz="2400" b="1" dirty="0">
              <a:sym typeface="Times New Roman"/>
            </a:endParaRPr>
          </a:p>
        </p:txBody>
      </p:sp>
      <p:sp>
        <p:nvSpPr>
          <p:cNvPr id="280" name="Google Shape;280;p18">
            <a:extLst>
              <a:ext uri="{FF2B5EF4-FFF2-40B4-BE49-F238E27FC236}">
                <a16:creationId xmlns:a16="http://schemas.microsoft.com/office/drawing/2014/main" id="{0329D9CE-C845-C2B6-B4F8-BD148D061D1C}"/>
              </a:ext>
            </a:extLst>
          </p:cNvPr>
          <p:cNvSpPr/>
          <p:nvPr/>
        </p:nvSpPr>
        <p:spPr>
          <a:xfrm>
            <a:off x="1218724" y="3360216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1" name="Google Shape;281;p18">
            <a:extLst>
              <a:ext uri="{FF2B5EF4-FFF2-40B4-BE49-F238E27FC236}">
                <a16:creationId xmlns:a16="http://schemas.microsoft.com/office/drawing/2014/main" id="{C666F118-F729-8DC0-089A-FD21877FAE79}"/>
              </a:ext>
            </a:extLst>
          </p:cNvPr>
          <p:cNvSpPr/>
          <p:nvPr/>
        </p:nvSpPr>
        <p:spPr>
          <a:xfrm>
            <a:off x="1218724" y="4395464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2" name="Google Shape;282;p18">
            <a:extLst>
              <a:ext uri="{FF2B5EF4-FFF2-40B4-BE49-F238E27FC236}">
                <a16:creationId xmlns:a16="http://schemas.microsoft.com/office/drawing/2014/main" id="{52A3BFE3-8DBA-70EF-98FC-05356FCED874}"/>
              </a:ext>
            </a:extLst>
          </p:cNvPr>
          <p:cNvSpPr/>
          <p:nvPr/>
        </p:nvSpPr>
        <p:spPr>
          <a:xfrm>
            <a:off x="1218724" y="5430713"/>
            <a:ext cx="7468553" cy="383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BDE608D-C1B7-5FC6-5E38-804A5938F3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885" y="943897"/>
            <a:ext cx="11046230" cy="53114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942914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4">
          <a:extLst>
            <a:ext uri="{FF2B5EF4-FFF2-40B4-BE49-F238E27FC236}">
              <a16:creationId xmlns:a16="http://schemas.microsoft.com/office/drawing/2014/main" id="{E3C4AEBB-2963-4EEE-D8ED-E3B5ABCFF2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8">
            <a:extLst>
              <a:ext uri="{FF2B5EF4-FFF2-40B4-BE49-F238E27FC236}">
                <a16:creationId xmlns:a16="http://schemas.microsoft.com/office/drawing/2014/main" id="{67AD5A0A-54A3-BC96-26BB-9C49B61555EC}"/>
              </a:ext>
            </a:extLst>
          </p:cNvPr>
          <p:cNvSpPr/>
          <p:nvPr/>
        </p:nvSpPr>
        <p:spPr>
          <a:xfrm>
            <a:off x="485163" y="230047"/>
            <a:ext cx="6444496" cy="7040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>
              <a:buClr>
                <a:srgbClr val="051D3A"/>
              </a:buClr>
              <a:buSzPts val="3500"/>
            </a:pPr>
            <a:r>
              <a:rPr lang="en-US" sz="2400" b="1" dirty="0">
                <a:sym typeface="Times New Roman"/>
              </a:rPr>
              <a:t> Project Output - </a:t>
            </a:r>
            <a:r>
              <a:rPr lang="en-IN" sz="2400" b="1" dirty="0"/>
              <a:t>Interactive Virtual Lab</a:t>
            </a:r>
            <a:endParaRPr sz="2400" b="1" dirty="0">
              <a:sym typeface="Times New Roman"/>
            </a:endParaRPr>
          </a:p>
        </p:txBody>
      </p:sp>
      <p:sp>
        <p:nvSpPr>
          <p:cNvPr id="280" name="Google Shape;280;p18">
            <a:extLst>
              <a:ext uri="{FF2B5EF4-FFF2-40B4-BE49-F238E27FC236}">
                <a16:creationId xmlns:a16="http://schemas.microsoft.com/office/drawing/2014/main" id="{A12490E1-7210-03FA-8406-7044E50A98B3}"/>
              </a:ext>
            </a:extLst>
          </p:cNvPr>
          <p:cNvSpPr/>
          <p:nvPr/>
        </p:nvSpPr>
        <p:spPr>
          <a:xfrm>
            <a:off x="1218724" y="3360216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1" name="Google Shape;281;p18">
            <a:extLst>
              <a:ext uri="{FF2B5EF4-FFF2-40B4-BE49-F238E27FC236}">
                <a16:creationId xmlns:a16="http://schemas.microsoft.com/office/drawing/2014/main" id="{D0575C07-AA6B-0149-734C-B101314C9343}"/>
              </a:ext>
            </a:extLst>
          </p:cNvPr>
          <p:cNvSpPr/>
          <p:nvPr/>
        </p:nvSpPr>
        <p:spPr>
          <a:xfrm>
            <a:off x="1218724" y="4395464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2" name="Google Shape;282;p18">
            <a:extLst>
              <a:ext uri="{FF2B5EF4-FFF2-40B4-BE49-F238E27FC236}">
                <a16:creationId xmlns:a16="http://schemas.microsoft.com/office/drawing/2014/main" id="{77B9C142-F05E-0FCB-045D-6B4B10F795C3}"/>
              </a:ext>
            </a:extLst>
          </p:cNvPr>
          <p:cNvSpPr/>
          <p:nvPr/>
        </p:nvSpPr>
        <p:spPr>
          <a:xfrm>
            <a:off x="1218724" y="5430713"/>
            <a:ext cx="7468553" cy="383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062CCEB-ADD3-D6DC-8265-17974A7924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163" y="934064"/>
            <a:ext cx="11221674" cy="53760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190718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0">
          <a:extLst>
            <a:ext uri="{FF2B5EF4-FFF2-40B4-BE49-F238E27FC236}">
              <a16:creationId xmlns:a16="http://schemas.microsoft.com/office/drawing/2014/main" id="{EEDEC80F-FA4E-F3FF-DE90-87B861D0BD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FA184BA-BCF2-3D7B-30D0-0F3CF30C161B}"/>
              </a:ext>
            </a:extLst>
          </p:cNvPr>
          <p:cNvSpPr txBox="1"/>
          <p:nvPr/>
        </p:nvSpPr>
        <p:spPr>
          <a:xfrm>
            <a:off x="777240" y="356812"/>
            <a:ext cx="7123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Novelty and Uniqueness</a:t>
            </a:r>
            <a:endParaRPr lang="en-IN" sz="24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D65F54F-855A-0DB6-09A6-3212C5F7405B}"/>
              </a:ext>
            </a:extLst>
          </p:cNvPr>
          <p:cNvSpPr txBox="1"/>
          <p:nvPr/>
        </p:nvSpPr>
        <p:spPr>
          <a:xfrm>
            <a:off x="777240" y="941419"/>
            <a:ext cx="11301984" cy="5847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dirty="0" err="1"/>
              <a:t>LabGenie</a:t>
            </a:r>
            <a:r>
              <a:rPr lang="en-IN" sz="1600" dirty="0"/>
              <a:t> AI stands out by combining </a:t>
            </a:r>
            <a:r>
              <a:rPr lang="en-IN" sz="1600" b="1" dirty="0"/>
              <a:t>Generative AI, RAG, AI-powered tutoring, and interactive virtual experimentation</a:t>
            </a:r>
            <a:r>
              <a:rPr lang="en-IN" sz="1600" dirty="0"/>
              <a:t> into a single intelligent laboratory learning system.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IN" sz="1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b="1" dirty="0"/>
              <a:t>AI-Powered Lab Generation</a:t>
            </a:r>
            <a:r>
              <a:rPr lang="en-IN" sz="1600" dirty="0"/>
              <a:t> – Automatically creates complete, structured lab manuals including </a:t>
            </a:r>
            <a:r>
              <a:rPr lang="en-IN" sz="1600" b="1" dirty="0"/>
              <a:t>theory, procedure, code, expected output, precautions, viva questions, and evaluation rubrics</a:t>
            </a:r>
            <a:r>
              <a:rPr lang="en-IN" sz="1600" dirty="0"/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IN" sz="1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b="1" dirty="0"/>
              <a:t>RAG-Based Grounding</a:t>
            </a:r>
            <a:r>
              <a:rPr lang="en-IN" sz="1600" dirty="0"/>
              <a:t> – Retrieves relevant information from a </a:t>
            </a:r>
            <a:r>
              <a:rPr lang="en-IN" sz="1600" b="1" dirty="0"/>
              <a:t>curated laboratory knowledge base</a:t>
            </a:r>
            <a:r>
              <a:rPr lang="en-IN" sz="1600" dirty="0"/>
              <a:t> before generating responses, making the content more topic-specific and reliable.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IN" sz="1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b="1" dirty="0"/>
              <a:t>AI Learning Tutor</a:t>
            </a:r>
            <a:r>
              <a:rPr lang="en-IN" sz="1600" dirty="0"/>
              <a:t> – Goes beyond manual generation by allowing students to </a:t>
            </a:r>
            <a:r>
              <a:rPr lang="en-IN" sz="1600" b="1" dirty="0"/>
              <a:t>ask questions, get simplified explanations, understand complexity, and explore real-world applications</a:t>
            </a:r>
            <a:r>
              <a:rPr lang="en-IN" sz="1600" dirty="0"/>
              <a:t>.</a:t>
            </a:r>
          </a:p>
          <a:p>
            <a:endParaRPr lang="en-IN" sz="1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b="1" dirty="0"/>
              <a:t>Interactive Virtual Lab</a:t>
            </a:r>
            <a:r>
              <a:rPr lang="en-IN" sz="1600" dirty="0"/>
              <a:t> – Provides hands-on simulations for algorithms such as </a:t>
            </a:r>
            <a:r>
              <a:rPr lang="en-IN" sz="1600" b="1" dirty="0"/>
              <a:t>K-Means Clustering and Binary Search</a:t>
            </a:r>
            <a:r>
              <a:rPr lang="en-IN" sz="1600" dirty="0"/>
              <a:t>, helping students understand concepts through step-by-step experimentation.</a:t>
            </a:r>
          </a:p>
          <a:p>
            <a:endParaRPr lang="en-IN" sz="1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b="1" dirty="0"/>
              <a:t>Difficulty-Based Generation</a:t>
            </a:r>
            <a:r>
              <a:rPr lang="en-IN" sz="1600" dirty="0"/>
              <a:t> – Allows students to select </a:t>
            </a:r>
            <a:r>
              <a:rPr lang="en-IN" sz="1600" b="1" dirty="0"/>
              <a:t>Beginner, Intermediate, or Advanced</a:t>
            </a:r>
            <a:r>
              <a:rPr lang="en-IN" sz="1600" dirty="0"/>
              <a:t> difficulty levels for more suitable experiment content.</a:t>
            </a:r>
          </a:p>
          <a:p>
            <a:endParaRPr lang="en-IN" sz="1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b="1" dirty="0"/>
              <a:t>Automated Assessment Support</a:t>
            </a:r>
            <a:r>
              <a:rPr lang="en-IN" sz="1600" dirty="0"/>
              <a:t> – Generates </a:t>
            </a:r>
            <a:r>
              <a:rPr lang="en-IN" sz="1600" b="1" dirty="0"/>
              <a:t>viva questions and a structured 100-mark evaluation rubric</a:t>
            </a:r>
            <a:r>
              <a:rPr lang="en-IN" sz="1600" dirty="0"/>
              <a:t>, reducing the effort required for practical assessment.</a:t>
            </a:r>
          </a:p>
          <a:p>
            <a:endParaRPr lang="en-IN" sz="1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b="1" dirty="0"/>
              <a:t>Integrated Learning Platform</a:t>
            </a:r>
            <a:r>
              <a:rPr lang="en-IN" sz="1600" dirty="0"/>
              <a:t> – Combines </a:t>
            </a:r>
            <a:r>
              <a:rPr lang="en-IN" sz="1600" b="1" dirty="0"/>
              <a:t>Generate → Experiment → Learn</a:t>
            </a:r>
            <a:r>
              <a:rPr lang="en-IN" sz="1600" dirty="0"/>
              <a:t> in one user-friendly application instead of requiring students to use separate tools.</a:t>
            </a:r>
          </a:p>
          <a:p>
            <a:endParaRPr lang="en-IN" sz="1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dirty="0"/>
              <a:t>This makes </a:t>
            </a:r>
            <a:r>
              <a:rPr lang="en-IN" sz="1600" b="1" dirty="0" err="1"/>
              <a:t>LabGenie</a:t>
            </a:r>
            <a:r>
              <a:rPr lang="en-IN" sz="1600" b="1" dirty="0"/>
              <a:t> AI a smart, interactive, and AI-powered digital laboratory companion</a:t>
            </a:r>
            <a:r>
              <a:rPr lang="en-IN" sz="1600" dirty="0"/>
              <a:t>, rather than just a static lab manual generator.</a:t>
            </a:r>
          </a:p>
        </p:txBody>
      </p:sp>
    </p:spTree>
    <p:extLst>
      <p:ext uri="{BB962C8B-B14F-4D97-AF65-F5344CB8AC3E}">
        <p14:creationId xmlns:p14="http://schemas.microsoft.com/office/powerpoint/2010/main" val="232528227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4">
          <a:extLst>
            <a:ext uri="{FF2B5EF4-FFF2-40B4-BE49-F238E27FC236}">
              <a16:creationId xmlns:a16="http://schemas.microsoft.com/office/drawing/2014/main" id="{7BB3C0CA-2F24-30DF-1D65-4440B864F0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8">
            <a:extLst>
              <a:ext uri="{FF2B5EF4-FFF2-40B4-BE49-F238E27FC236}">
                <a16:creationId xmlns:a16="http://schemas.microsoft.com/office/drawing/2014/main" id="{187EEB9C-2E84-113A-3CE6-1507BF5B039F}"/>
              </a:ext>
            </a:extLst>
          </p:cNvPr>
          <p:cNvSpPr/>
          <p:nvPr/>
        </p:nvSpPr>
        <p:spPr>
          <a:xfrm>
            <a:off x="1218724" y="420729"/>
            <a:ext cx="6444496" cy="7040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051D3A"/>
              </a:buClr>
              <a:buSzPts val="3500"/>
              <a:buFont typeface="Times New Roman"/>
              <a:buNone/>
            </a:pPr>
            <a:r>
              <a:rPr lang="en-US" sz="2400" b="1">
                <a:sym typeface="Times New Roman"/>
              </a:rPr>
              <a:t>Git Hub Link</a:t>
            </a:r>
            <a:endParaRPr sz="2400" b="1">
              <a:sym typeface="Times New Roman"/>
            </a:endParaRPr>
          </a:p>
        </p:txBody>
      </p:sp>
      <p:sp>
        <p:nvSpPr>
          <p:cNvPr id="279" name="Google Shape;279;p18">
            <a:extLst>
              <a:ext uri="{FF2B5EF4-FFF2-40B4-BE49-F238E27FC236}">
                <a16:creationId xmlns:a16="http://schemas.microsoft.com/office/drawing/2014/main" id="{3711AF54-94A6-B837-31EF-9A8C4ECB9AF6}"/>
              </a:ext>
            </a:extLst>
          </p:cNvPr>
          <p:cNvSpPr/>
          <p:nvPr/>
        </p:nvSpPr>
        <p:spPr>
          <a:xfrm>
            <a:off x="1218724" y="1153712"/>
            <a:ext cx="9214580" cy="427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 Please create public </a:t>
            </a:r>
            <a:r>
              <a:rPr lang="en-US" sz="1850" b="0" i="0" u="none" strike="noStrike" cap="none" dirty="0" err="1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github</a:t>
            </a:r>
            <a:r>
              <a:rPr lang="en-US" sz="1850" b="0" i="0" u="none" strike="noStrike" cap="none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repository (Enable Add README  button while creating repository) with format – </a:t>
            </a:r>
          </a:p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Please test and Paste the working  </a:t>
            </a:r>
            <a:r>
              <a:rPr lang="en-US" sz="1850" dirty="0" err="1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Github</a:t>
            </a:r>
            <a:r>
              <a:rPr lang="en-US" sz="1850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URL –</a:t>
            </a:r>
          </a:p>
        </p:txBody>
      </p:sp>
      <p:sp>
        <p:nvSpPr>
          <p:cNvPr id="280" name="Google Shape;280;p18">
            <a:extLst>
              <a:ext uri="{FF2B5EF4-FFF2-40B4-BE49-F238E27FC236}">
                <a16:creationId xmlns:a16="http://schemas.microsoft.com/office/drawing/2014/main" id="{E228982D-BF81-530A-CBA1-E897A3CA8EF7}"/>
              </a:ext>
            </a:extLst>
          </p:cNvPr>
          <p:cNvSpPr/>
          <p:nvPr/>
        </p:nvSpPr>
        <p:spPr>
          <a:xfrm>
            <a:off x="1218724" y="3360216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1" name="Google Shape;281;p18">
            <a:extLst>
              <a:ext uri="{FF2B5EF4-FFF2-40B4-BE49-F238E27FC236}">
                <a16:creationId xmlns:a16="http://schemas.microsoft.com/office/drawing/2014/main" id="{7BC356B8-92F8-3187-D065-667AACF68E72}"/>
              </a:ext>
            </a:extLst>
          </p:cNvPr>
          <p:cNvSpPr/>
          <p:nvPr/>
        </p:nvSpPr>
        <p:spPr>
          <a:xfrm>
            <a:off x="1218724" y="4395464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2" name="Google Shape;282;p18">
            <a:extLst>
              <a:ext uri="{FF2B5EF4-FFF2-40B4-BE49-F238E27FC236}">
                <a16:creationId xmlns:a16="http://schemas.microsoft.com/office/drawing/2014/main" id="{1558A011-60D6-B010-6117-1B9F7C786B2B}"/>
              </a:ext>
            </a:extLst>
          </p:cNvPr>
          <p:cNvSpPr/>
          <p:nvPr/>
        </p:nvSpPr>
        <p:spPr>
          <a:xfrm>
            <a:off x="1218724" y="5430713"/>
            <a:ext cx="7468553" cy="383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04041227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4">
          <a:extLst>
            <a:ext uri="{FF2B5EF4-FFF2-40B4-BE49-F238E27FC236}">
              <a16:creationId xmlns:a16="http://schemas.microsoft.com/office/drawing/2014/main" id="{6FA0F82B-7EE5-EAB0-F470-130BDAC82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8">
            <a:extLst>
              <a:ext uri="{FF2B5EF4-FFF2-40B4-BE49-F238E27FC236}">
                <a16:creationId xmlns:a16="http://schemas.microsoft.com/office/drawing/2014/main" id="{0668C6FD-577A-7288-5642-1AFC22BD04F2}"/>
              </a:ext>
            </a:extLst>
          </p:cNvPr>
          <p:cNvSpPr/>
          <p:nvPr/>
        </p:nvSpPr>
        <p:spPr>
          <a:xfrm>
            <a:off x="1218724" y="340246"/>
            <a:ext cx="6444496" cy="7040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051D3A"/>
              </a:buClr>
              <a:buSzPts val="3500"/>
              <a:buFont typeface="Times New Roman"/>
              <a:buNone/>
            </a:pPr>
            <a:r>
              <a:rPr lang="en-US" sz="2400" b="1" dirty="0">
                <a:sym typeface="Times New Roman"/>
              </a:rPr>
              <a:t>Future Scope </a:t>
            </a:r>
            <a:endParaRPr sz="2400" b="1" dirty="0">
              <a:sym typeface="Times New Roman"/>
            </a:endParaRPr>
          </a:p>
        </p:txBody>
      </p:sp>
      <p:sp>
        <p:nvSpPr>
          <p:cNvPr id="280" name="Google Shape;280;p18">
            <a:extLst>
              <a:ext uri="{FF2B5EF4-FFF2-40B4-BE49-F238E27FC236}">
                <a16:creationId xmlns:a16="http://schemas.microsoft.com/office/drawing/2014/main" id="{B888011B-E4AC-77DB-4A60-BE2C891C49F5}"/>
              </a:ext>
            </a:extLst>
          </p:cNvPr>
          <p:cNvSpPr/>
          <p:nvPr/>
        </p:nvSpPr>
        <p:spPr>
          <a:xfrm>
            <a:off x="1218724" y="3360216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1" name="Google Shape;281;p18">
            <a:extLst>
              <a:ext uri="{FF2B5EF4-FFF2-40B4-BE49-F238E27FC236}">
                <a16:creationId xmlns:a16="http://schemas.microsoft.com/office/drawing/2014/main" id="{91F05971-9256-10B5-6575-4E7C679C6DAA}"/>
              </a:ext>
            </a:extLst>
          </p:cNvPr>
          <p:cNvSpPr/>
          <p:nvPr/>
        </p:nvSpPr>
        <p:spPr>
          <a:xfrm>
            <a:off x="1218724" y="4395464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2" name="Google Shape;282;p18">
            <a:extLst>
              <a:ext uri="{FF2B5EF4-FFF2-40B4-BE49-F238E27FC236}">
                <a16:creationId xmlns:a16="http://schemas.microsoft.com/office/drawing/2014/main" id="{F1C3EBC2-438F-C150-9ABF-F14321C2CC5C}"/>
              </a:ext>
            </a:extLst>
          </p:cNvPr>
          <p:cNvSpPr/>
          <p:nvPr/>
        </p:nvSpPr>
        <p:spPr>
          <a:xfrm>
            <a:off x="1218724" y="5430713"/>
            <a:ext cx="7468553" cy="383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" name="Google Shape;279;p18">
            <a:extLst>
              <a:ext uri="{FF2B5EF4-FFF2-40B4-BE49-F238E27FC236}">
                <a16:creationId xmlns:a16="http://schemas.microsoft.com/office/drawing/2014/main" id="{43CBC534-12D7-B9E7-D296-CF8FC81E207D}"/>
              </a:ext>
            </a:extLst>
          </p:cNvPr>
          <p:cNvSpPr/>
          <p:nvPr/>
        </p:nvSpPr>
        <p:spPr>
          <a:xfrm>
            <a:off x="1218724" y="1019111"/>
            <a:ext cx="9214580" cy="427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IN" sz="1600" b="1" dirty="0"/>
              <a:t>Expansion to More Subjects &amp; Experiments –</a:t>
            </a:r>
            <a:br>
              <a:rPr lang="en-IN" sz="1600" dirty="0"/>
            </a:br>
            <a:r>
              <a:rPr lang="en-IN" sz="1600" dirty="0"/>
              <a:t>The system can be expanded to support </a:t>
            </a:r>
            <a:r>
              <a:rPr lang="en-IN" sz="1600" b="1" dirty="0"/>
              <a:t>additional computer science subjects and a larger library of experiments</a:t>
            </a:r>
            <a:r>
              <a:rPr lang="en-IN" sz="1600" dirty="0"/>
              <a:t>. This will allow students to generate lab manuals and practice experiments across a wider range of academic topics.</a:t>
            </a:r>
          </a:p>
          <a:p>
            <a:pPr marL="342900" indent="-342900">
              <a:buFont typeface="+mj-lt"/>
              <a:buAutoNum type="arabicPeriod"/>
            </a:pPr>
            <a:endParaRPr lang="en-IN" sz="700" dirty="0"/>
          </a:p>
          <a:p>
            <a:pPr marL="342900" indent="-342900">
              <a:buFont typeface="+mj-lt"/>
              <a:buAutoNum type="arabicPeriod"/>
            </a:pPr>
            <a:r>
              <a:rPr lang="en-IN" sz="1600" b="1" dirty="0"/>
              <a:t>Advanced AI Tutor &amp; Voice-Based Learning –</a:t>
            </a:r>
            <a:br>
              <a:rPr lang="en-IN" sz="1600" dirty="0"/>
            </a:br>
            <a:r>
              <a:rPr lang="en-IN" sz="1600" dirty="0"/>
              <a:t>The AI Tutor can be enhanced with </a:t>
            </a:r>
            <a:r>
              <a:rPr lang="en-IN" sz="1600" b="1" dirty="0"/>
              <a:t>voice interaction, multilingual support, and more personalized explanations</a:t>
            </a:r>
            <a:r>
              <a:rPr lang="en-IN" sz="1600" dirty="0"/>
              <a:t>. This will make learning more accessible and allow students to interact naturally with the system.</a:t>
            </a:r>
          </a:p>
          <a:p>
            <a:pPr marL="342900" indent="-342900">
              <a:buFont typeface="+mj-lt"/>
              <a:buAutoNum type="arabicPeriod"/>
            </a:pPr>
            <a:endParaRPr lang="en-IN" sz="700" dirty="0"/>
          </a:p>
          <a:p>
            <a:pPr marL="342900" indent="-342900">
              <a:buFont typeface="+mj-lt"/>
              <a:buAutoNum type="arabicPeriod"/>
            </a:pPr>
            <a:r>
              <a:rPr lang="en-IN" sz="1600" b="1" dirty="0"/>
              <a:t>Integration with Cloud-Based Virtual Labs –</a:t>
            </a:r>
            <a:br>
              <a:rPr lang="en-IN" sz="1600" dirty="0"/>
            </a:br>
            <a:r>
              <a:rPr lang="en-IN" sz="1600" dirty="0"/>
              <a:t>The Virtual Lab can be extended with </a:t>
            </a:r>
            <a:r>
              <a:rPr lang="en-IN" sz="1600" b="1" dirty="0"/>
              <a:t>more interactive simulations and real-time experiment execution</a:t>
            </a:r>
            <a:r>
              <a:rPr lang="en-IN" sz="1600" dirty="0"/>
              <a:t>, enabling students to practice algorithms and concepts in a more realistic laboratory environment.</a:t>
            </a:r>
          </a:p>
          <a:p>
            <a:pPr marL="342900" indent="-342900">
              <a:buFont typeface="+mj-lt"/>
              <a:buAutoNum type="arabicPeriod"/>
            </a:pPr>
            <a:endParaRPr lang="en-IN" sz="700" dirty="0"/>
          </a:p>
          <a:p>
            <a:pPr marL="342900" indent="-342900">
              <a:buFont typeface="+mj-lt"/>
              <a:buAutoNum type="arabicPeriod"/>
            </a:pPr>
            <a:r>
              <a:rPr lang="en-IN" sz="1600" b="1" dirty="0"/>
              <a:t>Automated Performance &amp; Assessment Tracking –</a:t>
            </a:r>
            <a:br>
              <a:rPr lang="en-IN" sz="1600" dirty="0"/>
            </a:br>
            <a:r>
              <a:rPr lang="en-IN" sz="1600" dirty="0"/>
              <a:t>Future versions can include </a:t>
            </a:r>
            <a:r>
              <a:rPr lang="en-IN" sz="1600" b="1" dirty="0"/>
              <a:t>student performance tracking, automated code evaluation, progress analytics, and personalized feedback</a:t>
            </a:r>
            <a:r>
              <a:rPr lang="en-IN" sz="1600" dirty="0"/>
              <a:t>, helping students identify their strengths and areas for improvement.</a:t>
            </a:r>
          </a:p>
          <a:p>
            <a:pPr marL="342900" indent="-342900">
              <a:buFont typeface="+mj-lt"/>
              <a:buAutoNum type="arabicPeriod"/>
            </a:pPr>
            <a:endParaRPr lang="en-IN" sz="700" dirty="0"/>
          </a:p>
          <a:p>
            <a:pPr marL="342900" indent="-342900">
              <a:buFont typeface="+mj-lt"/>
              <a:buAutoNum type="arabicPeriod"/>
            </a:pPr>
            <a:r>
              <a:rPr lang="en-IN" sz="1600" b="1" dirty="0"/>
              <a:t>Enhanced RAG Knowledge Base –</a:t>
            </a:r>
            <a:br>
              <a:rPr lang="en-IN" sz="1600" dirty="0"/>
            </a:br>
            <a:r>
              <a:rPr lang="en-IN" sz="1600" dirty="0"/>
              <a:t>The knowledge base can be expanded with </a:t>
            </a:r>
            <a:r>
              <a:rPr lang="en-IN" sz="1600" b="1" dirty="0"/>
              <a:t>more curated resources, experiment references, and institutional lab content</a:t>
            </a:r>
            <a:r>
              <a:rPr lang="en-IN" sz="1600" dirty="0"/>
              <a:t>, improving the accuracy and relevance of AI-generated manuals and tutor responses.</a:t>
            </a:r>
          </a:p>
        </p:txBody>
      </p:sp>
    </p:spTree>
    <p:extLst>
      <p:ext uri="{BB962C8B-B14F-4D97-AF65-F5344CB8AC3E}">
        <p14:creationId xmlns:p14="http://schemas.microsoft.com/office/powerpoint/2010/main" val="74002846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3F1C7BCA-5DD7-F4D3-A937-D1C56976DA01}"/>
              </a:ext>
            </a:extLst>
          </p:cNvPr>
          <p:cNvSpPr txBox="1"/>
          <p:nvPr/>
        </p:nvSpPr>
        <p:spPr>
          <a:xfrm>
            <a:off x="327949" y="207380"/>
            <a:ext cx="6096000" cy="67710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b="1"/>
              <a:t>Certificates Earned:</a:t>
            </a:r>
          </a:p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5146D1F-0079-AAD5-7BF9-130C0B7AD5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8686" y="1341271"/>
            <a:ext cx="6754627" cy="505465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9AC1379-39E6-0CCC-3C46-D9285B75ED62}"/>
              </a:ext>
            </a:extLst>
          </p:cNvPr>
          <p:cNvSpPr txBox="1"/>
          <p:nvPr/>
        </p:nvSpPr>
        <p:spPr>
          <a:xfrm>
            <a:off x="2196078" y="653655"/>
            <a:ext cx="11453139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b="1" dirty="0"/>
              <a:t>Getting Started with Artificial Intelligence Certificate  </a:t>
            </a:r>
          </a:p>
        </p:txBody>
      </p:sp>
    </p:spTree>
    <p:extLst>
      <p:ext uri="{BB962C8B-B14F-4D97-AF65-F5344CB8AC3E}">
        <p14:creationId xmlns:p14="http://schemas.microsoft.com/office/powerpoint/2010/main" val="283348271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CA8544A9-CF92-3FAF-D3EE-31DF90F7A64D}"/>
              </a:ext>
            </a:extLst>
          </p:cNvPr>
          <p:cNvSpPr txBox="1"/>
          <p:nvPr/>
        </p:nvSpPr>
        <p:spPr>
          <a:xfrm>
            <a:off x="176696" y="226391"/>
            <a:ext cx="6096000" cy="67710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b="1" i="0" u="none" strike="noStrike" baseline="0">
                <a:solidFill>
                  <a:srgbClr val="000000"/>
                </a:solidFill>
                <a:latin typeface="Arial"/>
              </a:rPr>
              <a:t>Certificates Earned:</a:t>
            </a:r>
            <a:r>
              <a:rPr sz="2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​</a:t>
            </a:r>
            <a:endParaRPr lang="en-US"/>
          </a:p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2FF69F5-31D4-1270-7EC4-E63B08EDFF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5642" y="1385011"/>
            <a:ext cx="8154107" cy="501439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BC46E8F-E9B7-E796-2E21-F675A4690962}"/>
              </a:ext>
            </a:extLst>
          </p:cNvPr>
          <p:cNvSpPr txBox="1"/>
          <p:nvPr/>
        </p:nvSpPr>
        <p:spPr>
          <a:xfrm>
            <a:off x="4660206" y="703444"/>
            <a:ext cx="5437681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 b="1" dirty="0"/>
              <a:t>IBM BOB Certificate</a:t>
            </a:r>
          </a:p>
        </p:txBody>
      </p:sp>
    </p:spTree>
    <p:extLst>
      <p:ext uri="{BB962C8B-B14F-4D97-AF65-F5344CB8AC3E}">
        <p14:creationId xmlns:p14="http://schemas.microsoft.com/office/powerpoint/2010/main" val="417517770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0" name="Google Shape;310;p2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2190302"/>
            <a:ext cx="12192000" cy="247739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44013734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94</TotalTime>
  <Words>1770</Words>
  <Application>Microsoft Office PowerPoint</Application>
  <PresentationFormat>Widescreen</PresentationFormat>
  <Paragraphs>154</Paragraphs>
  <Slides>21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6" baseType="lpstr">
      <vt:lpstr>Arial</vt:lpstr>
      <vt:lpstr>Calibri</vt:lpstr>
      <vt:lpstr>Times New Roman</vt:lpstr>
      <vt:lpstr>Wingdings</vt:lpstr>
      <vt:lpstr>Office Theme</vt:lpstr>
      <vt:lpstr>IBM University Engagement Project Submission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Manda Anirudh</dc:creator>
  <cp:lastModifiedBy>shreeshad78@gmail.com</cp:lastModifiedBy>
  <cp:revision>3</cp:revision>
  <dcterms:created xsi:type="dcterms:W3CDTF">2025-07-08T05:06:56Z</dcterms:created>
  <dcterms:modified xsi:type="dcterms:W3CDTF">2026-09-08T18:15:46Z</dcterms:modified>
</cp:coreProperties>
</file>